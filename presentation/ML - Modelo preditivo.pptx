
<file path=[Content_Types].xml><?xml version="1.0" encoding="utf-8"?>
<Types xmlns="http://schemas.openxmlformats.org/package/2006/content-types">
  <Default Extension="jpe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74" r:id="rId3"/>
    <p:sldId id="273" r:id="rId4"/>
    <p:sldId id="276" r:id="rId5"/>
    <p:sldId id="278" r:id="rId6"/>
    <p:sldId id="281" r:id="rId7"/>
    <p:sldId id="282" r:id="rId8"/>
    <p:sldId id="283" r:id="rId9"/>
    <p:sldId id="284" r:id="rId10"/>
    <p:sldId id="285" r:id="rId11"/>
    <p:sldId id="288" r:id="rId12"/>
    <p:sldId id="287" r:id="rId13"/>
    <p:sldId id="292" r:id="rId14"/>
    <p:sldId id="291" r:id="rId15"/>
    <p:sldId id="279" r:id="rId16"/>
    <p:sldId id="294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-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4B6BF3-9EC1-4E06-8769-C9865FCCCB11}" type="doc">
      <dgm:prSet loTypeId="urn:microsoft.com/office/officeart/2018/2/layout/IconCircleList" loCatId="icon" qsTypeId="urn:microsoft.com/office/officeart/2005/8/quickstyle/simple1#12" qsCatId="simple" csTypeId="urn:microsoft.com/office/officeart/2005/8/colors/accent0_3#1" csCatId="mainScheme" phldr="1"/>
      <dgm:spPr/>
      <dgm:t>
        <a:bodyPr/>
        <a:lstStyle/>
        <a:p>
          <a:endParaRPr lang="en-US"/>
        </a:p>
      </dgm:t>
    </dgm:pt>
    <dgm:pt modelId="{2A9B97F6-A258-476A-ACD2-DC572A772E9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/>
            <a:t>Coleta de Dados</a:t>
          </a:r>
          <a:endParaRPr lang="en-US" sz="2000" dirty="0"/>
        </a:p>
      </dgm:t>
    </dgm:pt>
    <dgm:pt modelId="{F1F1CF6F-F9D9-4723-A77D-622AE8DCA994}" type="parTrans" cxnId="{A1F85AC5-DFDC-4E69-B882-525E2F29F63B}">
      <dgm:prSet/>
      <dgm:spPr/>
      <dgm:t>
        <a:bodyPr/>
        <a:lstStyle/>
        <a:p>
          <a:endParaRPr lang="en-US"/>
        </a:p>
      </dgm:t>
    </dgm:pt>
    <dgm:pt modelId="{A23086C4-C096-4E14-845A-D5FAF08425AE}" type="sibTrans" cxnId="{A1F85AC5-DFDC-4E69-B882-525E2F29F63B}">
      <dgm:prSet phldrT="01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BBCAB46-93A8-405D-95FF-D392D47219A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 err="1"/>
            <a:t>Limpeza</a:t>
          </a:r>
          <a:r>
            <a:rPr lang="en-GB" sz="2000" dirty="0"/>
            <a:t> e </a:t>
          </a:r>
          <a:r>
            <a:rPr lang="en-GB" sz="2000" dirty="0" err="1"/>
            <a:t>Preparação</a:t>
          </a:r>
          <a:endParaRPr lang="en-US" sz="2000" dirty="0"/>
        </a:p>
      </dgm:t>
    </dgm:pt>
    <dgm:pt modelId="{15952CB5-1F71-44F9-99B0-35363D26BC80}" type="parTrans" cxnId="{3D60A8E0-07A7-4359-B911-982EB4DAA603}">
      <dgm:prSet/>
      <dgm:spPr/>
      <dgm:t>
        <a:bodyPr/>
        <a:lstStyle/>
        <a:p>
          <a:endParaRPr lang="en-US"/>
        </a:p>
      </dgm:t>
    </dgm:pt>
    <dgm:pt modelId="{664D662E-5CCF-4C3C-9502-CEFA7278DA13}" type="sibTrans" cxnId="{3D60A8E0-07A7-4359-B911-982EB4DAA603}">
      <dgm:prSet phldrT="02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5B01B0A-D807-45FE-A35A-B5D867427F6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/>
            <a:t>Feature Engineering</a:t>
          </a:r>
          <a:endParaRPr lang="en-US" sz="2000" dirty="0"/>
        </a:p>
      </dgm:t>
    </dgm:pt>
    <dgm:pt modelId="{24E7EC3F-637D-45F9-A3AD-C4B8DCF97BDC}" type="parTrans" cxnId="{7CD90181-9B80-444A-AD62-C979BFA8ABFB}">
      <dgm:prSet/>
      <dgm:spPr/>
      <dgm:t>
        <a:bodyPr/>
        <a:lstStyle/>
        <a:p>
          <a:endParaRPr lang="en-US"/>
        </a:p>
      </dgm:t>
    </dgm:pt>
    <dgm:pt modelId="{48B6EB07-3474-4E31-BB34-90F26773F3DB}" type="sibTrans" cxnId="{7CD90181-9B80-444A-AD62-C979BFA8ABFB}">
      <dgm:prSet phldrT="03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4270774-CA08-4431-9187-BE0012FBB96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 err="1"/>
            <a:t>Treinamento</a:t>
          </a:r>
          <a:endParaRPr lang="en-US" sz="2000" dirty="0"/>
        </a:p>
      </dgm:t>
    </dgm:pt>
    <dgm:pt modelId="{9331BBE9-2A38-4B96-B2BD-97302EAC809B}" type="parTrans" cxnId="{8FC2D7D8-61F9-4655-BB68-7F67D32B601C}">
      <dgm:prSet/>
      <dgm:spPr/>
      <dgm:t>
        <a:bodyPr/>
        <a:lstStyle/>
        <a:p>
          <a:endParaRPr lang="en-US"/>
        </a:p>
      </dgm:t>
    </dgm:pt>
    <dgm:pt modelId="{F179F1F4-A8A7-470D-B7CC-555C13052AEB}" type="sibTrans" cxnId="{8FC2D7D8-61F9-4655-BB68-7F67D32B601C}">
      <dgm:prSet phldrT="04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297490F-1753-4F98-90DA-FD79BFE6A83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 err="1"/>
            <a:t>Avaliação</a:t>
          </a:r>
          <a:endParaRPr lang="en-US" sz="2000" dirty="0"/>
        </a:p>
      </dgm:t>
    </dgm:pt>
    <dgm:pt modelId="{3A5D7BA2-94A6-44DB-8F0C-AD969201CF17}" type="parTrans" cxnId="{19D9BF10-A19A-4445-9E6B-42DAFEC5DDDA}">
      <dgm:prSet/>
      <dgm:spPr/>
      <dgm:t>
        <a:bodyPr/>
        <a:lstStyle/>
        <a:p>
          <a:endParaRPr lang="en-US"/>
        </a:p>
      </dgm:t>
    </dgm:pt>
    <dgm:pt modelId="{1A2ED49F-7F3C-43A1-87B8-2EB8874EAB09}" type="sibTrans" cxnId="{19D9BF10-A19A-4445-9E6B-42DAFEC5DDDA}">
      <dgm:prSet phldrT="05" phldr="0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CB538F4-F8F0-4178-AE20-624FBC2A53A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b="1" dirty="0"/>
            <a:t>Deploy e </a:t>
          </a:r>
          <a:r>
            <a:rPr lang="en-GB" sz="2000" b="1" dirty="0" err="1"/>
            <a:t>monitoramento</a:t>
          </a:r>
          <a:endParaRPr lang="en-US" sz="2000" b="1" dirty="0"/>
        </a:p>
      </dgm:t>
    </dgm:pt>
    <dgm:pt modelId="{F28B1C3A-467B-4F53-AD4A-3493EE3E6EE3}" type="parTrans" cxnId="{9D3C9852-9F11-400D-94F8-C74A13AC2AE4}">
      <dgm:prSet/>
      <dgm:spPr/>
      <dgm:t>
        <a:bodyPr/>
        <a:lstStyle/>
        <a:p>
          <a:endParaRPr lang="en-US"/>
        </a:p>
      </dgm:t>
    </dgm:pt>
    <dgm:pt modelId="{ABE1159E-E552-4911-A962-2079E1BD9386}" type="sibTrans" cxnId="{9D3C9852-9F11-400D-94F8-C74A13AC2AE4}">
      <dgm:prSet phldrT="06" phldr="0"/>
      <dgm:spPr/>
      <dgm:t>
        <a:bodyPr/>
        <a:lstStyle/>
        <a:p>
          <a:endParaRPr lang="en-US"/>
        </a:p>
      </dgm:t>
    </dgm:pt>
    <dgm:pt modelId="{DDE06D8F-1EB1-4039-A1BB-AAAEF814C749}" type="pres">
      <dgm:prSet presAssocID="{E04B6BF3-9EC1-4E06-8769-C9865FCCCB11}" presName="root" presStyleCnt="0">
        <dgm:presLayoutVars>
          <dgm:dir/>
          <dgm:resizeHandles val="exact"/>
        </dgm:presLayoutVars>
      </dgm:prSet>
      <dgm:spPr/>
    </dgm:pt>
    <dgm:pt modelId="{2EB13A35-DFF9-4493-8925-71F3B9A8A0C3}" type="pres">
      <dgm:prSet presAssocID="{E04B6BF3-9EC1-4E06-8769-C9865FCCCB11}" presName="container" presStyleCnt="0">
        <dgm:presLayoutVars>
          <dgm:dir/>
          <dgm:resizeHandles val="exact"/>
        </dgm:presLayoutVars>
      </dgm:prSet>
      <dgm:spPr/>
    </dgm:pt>
    <dgm:pt modelId="{FB282713-32AF-46BD-87BF-A96C5AB15E16}" type="pres">
      <dgm:prSet presAssocID="{2A9B97F6-A258-476A-ACD2-DC572A772E9B}" presName="compNode" presStyleCnt="0"/>
      <dgm:spPr/>
    </dgm:pt>
    <dgm:pt modelId="{3210CD46-1C0B-4925-B271-703E5B537E0B}" type="pres">
      <dgm:prSet presAssocID="{2A9B97F6-A258-476A-ACD2-DC572A772E9B}" presName="iconBgRect" presStyleLbl="bgShp" presStyleIdx="0" presStyleCnt="6"/>
      <dgm:spPr/>
    </dgm:pt>
    <dgm:pt modelId="{0A2DAD0F-7781-4318-8DB9-A254248177AF}" type="pres">
      <dgm:prSet presAssocID="{2A9B97F6-A258-476A-ACD2-DC572A772E9B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1B76D2E-F852-4186-8BCF-AD0CA1E9C703}" type="pres">
      <dgm:prSet presAssocID="{2A9B97F6-A258-476A-ACD2-DC572A772E9B}" presName="spaceRect" presStyleCnt="0"/>
      <dgm:spPr/>
    </dgm:pt>
    <dgm:pt modelId="{B3296B89-9968-4CF6-A591-C21BA848106B}" type="pres">
      <dgm:prSet presAssocID="{2A9B97F6-A258-476A-ACD2-DC572A772E9B}" presName="textRect" presStyleLbl="revTx" presStyleIdx="0" presStyleCnt="6">
        <dgm:presLayoutVars>
          <dgm:chMax val="1"/>
          <dgm:chPref val="1"/>
        </dgm:presLayoutVars>
      </dgm:prSet>
      <dgm:spPr/>
    </dgm:pt>
    <dgm:pt modelId="{AA4AA45F-84BF-4759-A0D8-9D6DF7B9A108}" type="pres">
      <dgm:prSet presAssocID="{A23086C4-C096-4E14-845A-D5FAF08425AE}" presName="sibTrans" presStyleLbl="sibTrans2D1" presStyleIdx="0" presStyleCnt="0"/>
      <dgm:spPr/>
    </dgm:pt>
    <dgm:pt modelId="{3F417895-06BE-402B-A1ED-9661EC06FC5C}" type="pres">
      <dgm:prSet presAssocID="{5BBCAB46-93A8-405D-95FF-D392D47219AE}" presName="compNode" presStyleCnt="0"/>
      <dgm:spPr/>
    </dgm:pt>
    <dgm:pt modelId="{853E172E-4F9E-471B-8654-573136C42E28}" type="pres">
      <dgm:prSet presAssocID="{5BBCAB46-93A8-405D-95FF-D392D47219AE}" presName="iconBgRect" presStyleLbl="bgShp" presStyleIdx="1" presStyleCnt="6"/>
      <dgm:spPr/>
    </dgm:pt>
    <dgm:pt modelId="{C1141CE8-4C86-428A-9259-6B1325985AD8}" type="pres">
      <dgm:prSet presAssocID="{5BBCAB46-93A8-405D-95FF-D392D47219AE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BB168688-CCC7-4AED-AEED-08E90D4ECB33}" type="pres">
      <dgm:prSet presAssocID="{5BBCAB46-93A8-405D-95FF-D392D47219AE}" presName="spaceRect" presStyleCnt="0"/>
      <dgm:spPr/>
    </dgm:pt>
    <dgm:pt modelId="{259C10D9-42D1-4A2C-8177-424837611074}" type="pres">
      <dgm:prSet presAssocID="{5BBCAB46-93A8-405D-95FF-D392D47219AE}" presName="textRect" presStyleLbl="revTx" presStyleIdx="1" presStyleCnt="6">
        <dgm:presLayoutVars>
          <dgm:chMax val="1"/>
          <dgm:chPref val="1"/>
        </dgm:presLayoutVars>
      </dgm:prSet>
      <dgm:spPr/>
    </dgm:pt>
    <dgm:pt modelId="{4C2E3F38-E18E-42B4-9BE5-534A18454935}" type="pres">
      <dgm:prSet presAssocID="{664D662E-5CCF-4C3C-9502-CEFA7278DA13}" presName="sibTrans" presStyleLbl="sibTrans2D1" presStyleIdx="0" presStyleCnt="0"/>
      <dgm:spPr/>
    </dgm:pt>
    <dgm:pt modelId="{B1B574B5-42AA-4666-9D16-3B866EF87F34}" type="pres">
      <dgm:prSet presAssocID="{35B01B0A-D807-45FE-A35A-B5D867427F67}" presName="compNode" presStyleCnt="0"/>
      <dgm:spPr/>
    </dgm:pt>
    <dgm:pt modelId="{16EE9E04-1575-4D47-A810-1B1E1093953C}" type="pres">
      <dgm:prSet presAssocID="{35B01B0A-D807-45FE-A35A-B5D867427F67}" presName="iconBgRect" presStyleLbl="bgShp" presStyleIdx="2" presStyleCnt="6"/>
      <dgm:spPr/>
    </dgm:pt>
    <dgm:pt modelId="{230C63CE-1BCD-469C-A0D7-F0091622DA89}" type="pres">
      <dgm:prSet presAssocID="{35B01B0A-D807-45FE-A35A-B5D867427F67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35F684A7-5158-45B4-B153-58DE964FFF9E}" type="pres">
      <dgm:prSet presAssocID="{35B01B0A-D807-45FE-A35A-B5D867427F67}" presName="spaceRect" presStyleCnt="0"/>
      <dgm:spPr/>
    </dgm:pt>
    <dgm:pt modelId="{01E24AC2-03FB-4E35-9E01-617F58A73706}" type="pres">
      <dgm:prSet presAssocID="{35B01B0A-D807-45FE-A35A-B5D867427F67}" presName="textRect" presStyleLbl="revTx" presStyleIdx="2" presStyleCnt="6">
        <dgm:presLayoutVars>
          <dgm:chMax val="1"/>
          <dgm:chPref val="1"/>
        </dgm:presLayoutVars>
      </dgm:prSet>
      <dgm:spPr/>
    </dgm:pt>
    <dgm:pt modelId="{1DEC7B5D-5563-4F94-8309-30CB1C8B1DEF}" type="pres">
      <dgm:prSet presAssocID="{48B6EB07-3474-4E31-BB34-90F26773F3DB}" presName="sibTrans" presStyleLbl="sibTrans2D1" presStyleIdx="0" presStyleCnt="0"/>
      <dgm:spPr/>
    </dgm:pt>
    <dgm:pt modelId="{4D853D95-A78A-408A-A129-3C557E3E900B}" type="pres">
      <dgm:prSet presAssocID="{14270774-CA08-4431-9187-BE0012FBB96D}" presName="compNode" presStyleCnt="0"/>
      <dgm:spPr/>
    </dgm:pt>
    <dgm:pt modelId="{EA4529FE-AF03-4851-93E0-288460A8C3D0}" type="pres">
      <dgm:prSet presAssocID="{14270774-CA08-4431-9187-BE0012FBB96D}" presName="iconBgRect" presStyleLbl="bgShp" presStyleIdx="3" presStyleCnt="6"/>
      <dgm:spPr/>
    </dgm:pt>
    <dgm:pt modelId="{6BD90830-A80D-49A8-B3D9-6C2A9808103D}" type="pres">
      <dgm:prSet presAssocID="{14270774-CA08-4431-9187-BE0012FBB96D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fessor"/>
        </a:ext>
      </dgm:extLst>
    </dgm:pt>
    <dgm:pt modelId="{DA39C294-5ECD-47DE-8CFA-0C73661DD598}" type="pres">
      <dgm:prSet presAssocID="{14270774-CA08-4431-9187-BE0012FBB96D}" presName="spaceRect" presStyleCnt="0"/>
      <dgm:spPr/>
    </dgm:pt>
    <dgm:pt modelId="{8C25F6CA-7BC9-4DCA-9CD9-13D7DC6B9C8F}" type="pres">
      <dgm:prSet presAssocID="{14270774-CA08-4431-9187-BE0012FBB96D}" presName="textRect" presStyleLbl="revTx" presStyleIdx="3" presStyleCnt="6">
        <dgm:presLayoutVars>
          <dgm:chMax val="1"/>
          <dgm:chPref val="1"/>
        </dgm:presLayoutVars>
      </dgm:prSet>
      <dgm:spPr/>
    </dgm:pt>
    <dgm:pt modelId="{143F1853-BD80-401E-8E97-0B48CC0F4FA2}" type="pres">
      <dgm:prSet presAssocID="{F179F1F4-A8A7-470D-B7CC-555C13052AEB}" presName="sibTrans" presStyleLbl="sibTrans2D1" presStyleIdx="0" presStyleCnt="0"/>
      <dgm:spPr/>
    </dgm:pt>
    <dgm:pt modelId="{4171D0D3-78FB-4A31-AD41-391B2B27E3CA}" type="pres">
      <dgm:prSet presAssocID="{C297490F-1753-4F98-90DA-FD79BFE6A83B}" presName="compNode" presStyleCnt="0"/>
      <dgm:spPr/>
    </dgm:pt>
    <dgm:pt modelId="{89C50071-F931-456F-8BFA-860835D6799E}" type="pres">
      <dgm:prSet presAssocID="{C297490F-1753-4F98-90DA-FD79BFE6A83B}" presName="iconBgRect" presStyleLbl="bgShp" presStyleIdx="4" presStyleCnt="6"/>
      <dgm:spPr/>
    </dgm:pt>
    <dgm:pt modelId="{5A103754-7E47-484A-B2D2-17615CA2881C}" type="pres">
      <dgm:prSet presAssocID="{C297490F-1753-4F98-90DA-FD79BFE6A83B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7337BA25-50BC-4FD8-AA7A-D95291A85ED0}" type="pres">
      <dgm:prSet presAssocID="{C297490F-1753-4F98-90DA-FD79BFE6A83B}" presName="spaceRect" presStyleCnt="0"/>
      <dgm:spPr/>
    </dgm:pt>
    <dgm:pt modelId="{7F410A2B-7AC1-4628-BBBC-A2FD6046B3D9}" type="pres">
      <dgm:prSet presAssocID="{C297490F-1753-4F98-90DA-FD79BFE6A83B}" presName="textRect" presStyleLbl="revTx" presStyleIdx="4" presStyleCnt="6">
        <dgm:presLayoutVars>
          <dgm:chMax val="1"/>
          <dgm:chPref val="1"/>
        </dgm:presLayoutVars>
      </dgm:prSet>
      <dgm:spPr/>
    </dgm:pt>
    <dgm:pt modelId="{37123D16-0465-421B-8C37-A0DC8E14EE1F}" type="pres">
      <dgm:prSet presAssocID="{1A2ED49F-7F3C-43A1-87B8-2EB8874EAB09}" presName="sibTrans" presStyleLbl="sibTrans2D1" presStyleIdx="0" presStyleCnt="0"/>
      <dgm:spPr/>
    </dgm:pt>
    <dgm:pt modelId="{11FE0CE3-673A-46AD-8F39-6EDA7490E92D}" type="pres">
      <dgm:prSet presAssocID="{8CB538F4-F8F0-4178-AE20-624FBC2A53A0}" presName="compNode" presStyleCnt="0"/>
      <dgm:spPr/>
    </dgm:pt>
    <dgm:pt modelId="{1FE1D4C8-E792-481B-9FBE-2D4961BE6679}" type="pres">
      <dgm:prSet presAssocID="{8CB538F4-F8F0-4178-AE20-624FBC2A53A0}" presName="iconBgRect" presStyleLbl="bgShp" presStyleIdx="5" presStyleCnt="6"/>
      <dgm:spPr/>
    </dgm:pt>
    <dgm:pt modelId="{B47718CC-B073-4F2C-95F1-ABD85BB4FC79}" type="pres">
      <dgm:prSet presAssocID="{8CB538F4-F8F0-4178-AE20-624FBC2A53A0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a de Verificação"/>
        </a:ext>
      </dgm:extLst>
    </dgm:pt>
    <dgm:pt modelId="{F2C0BB47-E03D-4663-9E65-5CF3F91F32E5}" type="pres">
      <dgm:prSet presAssocID="{8CB538F4-F8F0-4178-AE20-624FBC2A53A0}" presName="spaceRect" presStyleCnt="0"/>
      <dgm:spPr/>
    </dgm:pt>
    <dgm:pt modelId="{E23CA622-4BCD-4E21-BFDC-8911B87E5DD4}" type="pres">
      <dgm:prSet presAssocID="{8CB538F4-F8F0-4178-AE20-624FBC2A53A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2F27F06-CFEE-474E-9800-0EFA0B75E94D}" type="presOf" srcId="{664D662E-5CCF-4C3C-9502-CEFA7278DA13}" destId="{4C2E3F38-E18E-42B4-9BE5-534A18454935}" srcOrd="0" destOrd="0" presId="urn:microsoft.com/office/officeart/2018/2/layout/IconCircleList"/>
    <dgm:cxn modelId="{19D9BF10-A19A-4445-9E6B-42DAFEC5DDDA}" srcId="{E04B6BF3-9EC1-4E06-8769-C9865FCCCB11}" destId="{C297490F-1753-4F98-90DA-FD79BFE6A83B}" srcOrd="4" destOrd="0" parTransId="{3A5D7BA2-94A6-44DB-8F0C-AD969201CF17}" sibTransId="{1A2ED49F-7F3C-43A1-87B8-2EB8874EAB09}"/>
    <dgm:cxn modelId="{0EB04324-27A7-4712-9A68-7FC3DCD4C93A}" type="presOf" srcId="{C297490F-1753-4F98-90DA-FD79BFE6A83B}" destId="{7F410A2B-7AC1-4628-BBBC-A2FD6046B3D9}" srcOrd="0" destOrd="0" presId="urn:microsoft.com/office/officeart/2018/2/layout/IconCircleList"/>
    <dgm:cxn modelId="{6E951144-4A87-44DC-9341-E8A1403228AF}" type="presOf" srcId="{14270774-CA08-4431-9187-BE0012FBB96D}" destId="{8C25F6CA-7BC9-4DCA-9CD9-13D7DC6B9C8F}" srcOrd="0" destOrd="0" presId="urn:microsoft.com/office/officeart/2018/2/layout/IconCircleList"/>
    <dgm:cxn modelId="{F94BDA4B-C999-4890-91D7-218F1C17168D}" type="presOf" srcId="{A23086C4-C096-4E14-845A-D5FAF08425AE}" destId="{AA4AA45F-84BF-4759-A0D8-9D6DF7B9A108}" srcOrd="0" destOrd="0" presId="urn:microsoft.com/office/officeart/2018/2/layout/IconCircleList"/>
    <dgm:cxn modelId="{9D3C9852-9F11-400D-94F8-C74A13AC2AE4}" srcId="{E04B6BF3-9EC1-4E06-8769-C9865FCCCB11}" destId="{8CB538F4-F8F0-4178-AE20-624FBC2A53A0}" srcOrd="5" destOrd="0" parTransId="{F28B1C3A-467B-4F53-AD4A-3493EE3E6EE3}" sibTransId="{ABE1159E-E552-4911-A962-2079E1BD9386}"/>
    <dgm:cxn modelId="{7CD90181-9B80-444A-AD62-C979BFA8ABFB}" srcId="{E04B6BF3-9EC1-4E06-8769-C9865FCCCB11}" destId="{35B01B0A-D807-45FE-A35A-B5D867427F67}" srcOrd="2" destOrd="0" parTransId="{24E7EC3F-637D-45F9-A3AD-C4B8DCF97BDC}" sibTransId="{48B6EB07-3474-4E31-BB34-90F26773F3DB}"/>
    <dgm:cxn modelId="{CE8F9F90-D442-40B1-8D3B-81E4FE6E46F7}" type="presOf" srcId="{48B6EB07-3474-4E31-BB34-90F26773F3DB}" destId="{1DEC7B5D-5563-4F94-8309-30CB1C8B1DEF}" srcOrd="0" destOrd="0" presId="urn:microsoft.com/office/officeart/2018/2/layout/IconCircleList"/>
    <dgm:cxn modelId="{5AB408A1-1D41-49E7-98EA-CC9F3FB8F01C}" type="presOf" srcId="{F179F1F4-A8A7-470D-B7CC-555C13052AEB}" destId="{143F1853-BD80-401E-8E97-0B48CC0F4FA2}" srcOrd="0" destOrd="0" presId="urn:microsoft.com/office/officeart/2018/2/layout/IconCircleList"/>
    <dgm:cxn modelId="{75E514C1-09CD-4387-97C0-C86B626E7DB9}" type="presOf" srcId="{8CB538F4-F8F0-4178-AE20-624FBC2A53A0}" destId="{E23CA622-4BCD-4E21-BFDC-8911B87E5DD4}" srcOrd="0" destOrd="0" presId="urn:microsoft.com/office/officeart/2018/2/layout/IconCircleList"/>
    <dgm:cxn modelId="{A1F85AC5-DFDC-4E69-B882-525E2F29F63B}" srcId="{E04B6BF3-9EC1-4E06-8769-C9865FCCCB11}" destId="{2A9B97F6-A258-476A-ACD2-DC572A772E9B}" srcOrd="0" destOrd="0" parTransId="{F1F1CF6F-F9D9-4723-A77D-622AE8DCA994}" sibTransId="{A23086C4-C096-4E14-845A-D5FAF08425AE}"/>
    <dgm:cxn modelId="{F7906FD0-8C1D-4680-9E4B-37BEED870D84}" type="presOf" srcId="{5BBCAB46-93A8-405D-95FF-D392D47219AE}" destId="{259C10D9-42D1-4A2C-8177-424837611074}" srcOrd="0" destOrd="0" presId="urn:microsoft.com/office/officeart/2018/2/layout/IconCircleList"/>
    <dgm:cxn modelId="{8575CFD2-6F50-4986-84F5-B1BB36E06318}" type="presOf" srcId="{2A9B97F6-A258-476A-ACD2-DC572A772E9B}" destId="{B3296B89-9968-4CF6-A591-C21BA848106B}" srcOrd="0" destOrd="0" presId="urn:microsoft.com/office/officeart/2018/2/layout/IconCircleList"/>
    <dgm:cxn modelId="{199D55D5-55C6-41D5-999B-1042AF2880E5}" type="presOf" srcId="{1A2ED49F-7F3C-43A1-87B8-2EB8874EAB09}" destId="{37123D16-0465-421B-8C37-A0DC8E14EE1F}" srcOrd="0" destOrd="0" presId="urn:microsoft.com/office/officeart/2018/2/layout/IconCircleList"/>
    <dgm:cxn modelId="{62C36ED7-7F73-4C5C-ADC6-FE7C8304DC31}" type="presOf" srcId="{E04B6BF3-9EC1-4E06-8769-C9865FCCCB11}" destId="{DDE06D8F-1EB1-4039-A1BB-AAAEF814C749}" srcOrd="0" destOrd="0" presId="urn:microsoft.com/office/officeart/2018/2/layout/IconCircleList"/>
    <dgm:cxn modelId="{8FC2D7D8-61F9-4655-BB68-7F67D32B601C}" srcId="{E04B6BF3-9EC1-4E06-8769-C9865FCCCB11}" destId="{14270774-CA08-4431-9187-BE0012FBB96D}" srcOrd="3" destOrd="0" parTransId="{9331BBE9-2A38-4B96-B2BD-97302EAC809B}" sibTransId="{F179F1F4-A8A7-470D-B7CC-555C13052AEB}"/>
    <dgm:cxn modelId="{3D60A8E0-07A7-4359-B911-982EB4DAA603}" srcId="{E04B6BF3-9EC1-4E06-8769-C9865FCCCB11}" destId="{5BBCAB46-93A8-405D-95FF-D392D47219AE}" srcOrd="1" destOrd="0" parTransId="{15952CB5-1F71-44F9-99B0-35363D26BC80}" sibTransId="{664D662E-5CCF-4C3C-9502-CEFA7278DA13}"/>
    <dgm:cxn modelId="{E6F301F3-735B-403B-8183-6D3DD7C96F03}" type="presOf" srcId="{35B01B0A-D807-45FE-A35A-B5D867427F67}" destId="{01E24AC2-03FB-4E35-9E01-617F58A73706}" srcOrd="0" destOrd="0" presId="urn:microsoft.com/office/officeart/2018/2/layout/IconCircleList"/>
    <dgm:cxn modelId="{88913602-9876-462F-AE4B-D28B87C7E8E0}" type="presParOf" srcId="{DDE06D8F-1EB1-4039-A1BB-AAAEF814C749}" destId="{2EB13A35-DFF9-4493-8925-71F3B9A8A0C3}" srcOrd="0" destOrd="0" presId="urn:microsoft.com/office/officeart/2018/2/layout/IconCircleList"/>
    <dgm:cxn modelId="{5D2218F3-4173-460E-A13F-94B2355AA74B}" type="presParOf" srcId="{2EB13A35-DFF9-4493-8925-71F3B9A8A0C3}" destId="{FB282713-32AF-46BD-87BF-A96C5AB15E16}" srcOrd="0" destOrd="0" presId="urn:microsoft.com/office/officeart/2018/2/layout/IconCircleList"/>
    <dgm:cxn modelId="{E0EA9DB4-20AB-4E5D-9EFD-7E4D60338322}" type="presParOf" srcId="{FB282713-32AF-46BD-87BF-A96C5AB15E16}" destId="{3210CD46-1C0B-4925-B271-703E5B537E0B}" srcOrd="0" destOrd="0" presId="urn:microsoft.com/office/officeart/2018/2/layout/IconCircleList"/>
    <dgm:cxn modelId="{A575CAC0-E350-408F-8F1A-455D8D005282}" type="presParOf" srcId="{FB282713-32AF-46BD-87BF-A96C5AB15E16}" destId="{0A2DAD0F-7781-4318-8DB9-A254248177AF}" srcOrd="1" destOrd="0" presId="urn:microsoft.com/office/officeart/2018/2/layout/IconCircleList"/>
    <dgm:cxn modelId="{94722B8C-786B-4E5E-B11E-C2A85B03A092}" type="presParOf" srcId="{FB282713-32AF-46BD-87BF-A96C5AB15E16}" destId="{51B76D2E-F852-4186-8BCF-AD0CA1E9C703}" srcOrd="2" destOrd="0" presId="urn:microsoft.com/office/officeart/2018/2/layout/IconCircleList"/>
    <dgm:cxn modelId="{D9C783C3-C2C2-4ECE-ADB8-FE9B33ACFA80}" type="presParOf" srcId="{FB282713-32AF-46BD-87BF-A96C5AB15E16}" destId="{B3296B89-9968-4CF6-A591-C21BA848106B}" srcOrd="3" destOrd="0" presId="urn:microsoft.com/office/officeart/2018/2/layout/IconCircleList"/>
    <dgm:cxn modelId="{444B62AC-32D0-43B3-BF31-13A4193AA59A}" type="presParOf" srcId="{2EB13A35-DFF9-4493-8925-71F3B9A8A0C3}" destId="{AA4AA45F-84BF-4759-A0D8-9D6DF7B9A108}" srcOrd="1" destOrd="0" presId="urn:microsoft.com/office/officeart/2018/2/layout/IconCircleList"/>
    <dgm:cxn modelId="{3E26CAE5-5B61-499B-9A8F-2BD70D78B466}" type="presParOf" srcId="{2EB13A35-DFF9-4493-8925-71F3B9A8A0C3}" destId="{3F417895-06BE-402B-A1ED-9661EC06FC5C}" srcOrd="2" destOrd="0" presId="urn:microsoft.com/office/officeart/2018/2/layout/IconCircleList"/>
    <dgm:cxn modelId="{79AEBE7B-68C7-4989-8071-9F572BD3C105}" type="presParOf" srcId="{3F417895-06BE-402B-A1ED-9661EC06FC5C}" destId="{853E172E-4F9E-471B-8654-573136C42E28}" srcOrd="0" destOrd="0" presId="urn:microsoft.com/office/officeart/2018/2/layout/IconCircleList"/>
    <dgm:cxn modelId="{8674CB9E-7AD4-4CC5-A523-97C47D59280B}" type="presParOf" srcId="{3F417895-06BE-402B-A1ED-9661EC06FC5C}" destId="{C1141CE8-4C86-428A-9259-6B1325985AD8}" srcOrd="1" destOrd="0" presId="urn:microsoft.com/office/officeart/2018/2/layout/IconCircleList"/>
    <dgm:cxn modelId="{0E1F6E86-7B66-4F0E-B9AC-E3C06B7D63A1}" type="presParOf" srcId="{3F417895-06BE-402B-A1ED-9661EC06FC5C}" destId="{BB168688-CCC7-4AED-AEED-08E90D4ECB33}" srcOrd="2" destOrd="0" presId="urn:microsoft.com/office/officeart/2018/2/layout/IconCircleList"/>
    <dgm:cxn modelId="{FC87471E-CEDE-4919-845D-17194C1FE6E8}" type="presParOf" srcId="{3F417895-06BE-402B-A1ED-9661EC06FC5C}" destId="{259C10D9-42D1-4A2C-8177-424837611074}" srcOrd="3" destOrd="0" presId="urn:microsoft.com/office/officeart/2018/2/layout/IconCircleList"/>
    <dgm:cxn modelId="{02542508-F38F-49E3-BBBD-D19DE0837269}" type="presParOf" srcId="{2EB13A35-DFF9-4493-8925-71F3B9A8A0C3}" destId="{4C2E3F38-E18E-42B4-9BE5-534A18454935}" srcOrd="3" destOrd="0" presId="urn:microsoft.com/office/officeart/2018/2/layout/IconCircleList"/>
    <dgm:cxn modelId="{08FE2235-D5BC-4336-A84F-E759ABCBBACD}" type="presParOf" srcId="{2EB13A35-DFF9-4493-8925-71F3B9A8A0C3}" destId="{B1B574B5-42AA-4666-9D16-3B866EF87F34}" srcOrd="4" destOrd="0" presId="urn:microsoft.com/office/officeart/2018/2/layout/IconCircleList"/>
    <dgm:cxn modelId="{416A9124-64D2-4B2C-B3C9-4D64051E113C}" type="presParOf" srcId="{B1B574B5-42AA-4666-9D16-3B866EF87F34}" destId="{16EE9E04-1575-4D47-A810-1B1E1093953C}" srcOrd="0" destOrd="0" presId="urn:microsoft.com/office/officeart/2018/2/layout/IconCircleList"/>
    <dgm:cxn modelId="{18CDFFED-B6C4-488E-89CA-70CDDA60B4CC}" type="presParOf" srcId="{B1B574B5-42AA-4666-9D16-3B866EF87F34}" destId="{230C63CE-1BCD-469C-A0D7-F0091622DA89}" srcOrd="1" destOrd="0" presId="urn:microsoft.com/office/officeart/2018/2/layout/IconCircleList"/>
    <dgm:cxn modelId="{154F30B8-A9F2-48D0-87C1-7316B31BD7FB}" type="presParOf" srcId="{B1B574B5-42AA-4666-9D16-3B866EF87F34}" destId="{35F684A7-5158-45B4-B153-58DE964FFF9E}" srcOrd="2" destOrd="0" presId="urn:microsoft.com/office/officeart/2018/2/layout/IconCircleList"/>
    <dgm:cxn modelId="{2F7BF76B-4A4A-4AB6-BC38-8FBDB7C75090}" type="presParOf" srcId="{B1B574B5-42AA-4666-9D16-3B866EF87F34}" destId="{01E24AC2-03FB-4E35-9E01-617F58A73706}" srcOrd="3" destOrd="0" presId="urn:microsoft.com/office/officeart/2018/2/layout/IconCircleList"/>
    <dgm:cxn modelId="{F1D0257F-28A5-4485-9743-B1F46C95F3C2}" type="presParOf" srcId="{2EB13A35-DFF9-4493-8925-71F3B9A8A0C3}" destId="{1DEC7B5D-5563-4F94-8309-30CB1C8B1DEF}" srcOrd="5" destOrd="0" presId="urn:microsoft.com/office/officeart/2018/2/layout/IconCircleList"/>
    <dgm:cxn modelId="{F7D5A956-511F-476E-9FE6-287CFB56F91B}" type="presParOf" srcId="{2EB13A35-DFF9-4493-8925-71F3B9A8A0C3}" destId="{4D853D95-A78A-408A-A129-3C557E3E900B}" srcOrd="6" destOrd="0" presId="urn:microsoft.com/office/officeart/2018/2/layout/IconCircleList"/>
    <dgm:cxn modelId="{3AA0F444-E1B3-427B-9A44-4D0245600E56}" type="presParOf" srcId="{4D853D95-A78A-408A-A129-3C557E3E900B}" destId="{EA4529FE-AF03-4851-93E0-288460A8C3D0}" srcOrd="0" destOrd="0" presId="urn:microsoft.com/office/officeart/2018/2/layout/IconCircleList"/>
    <dgm:cxn modelId="{C0979679-1F42-4F09-836E-EB9FDE22E914}" type="presParOf" srcId="{4D853D95-A78A-408A-A129-3C557E3E900B}" destId="{6BD90830-A80D-49A8-B3D9-6C2A9808103D}" srcOrd="1" destOrd="0" presId="urn:microsoft.com/office/officeart/2018/2/layout/IconCircleList"/>
    <dgm:cxn modelId="{5784F2C2-4EC5-4160-91A0-1336E64B4F36}" type="presParOf" srcId="{4D853D95-A78A-408A-A129-3C557E3E900B}" destId="{DA39C294-5ECD-47DE-8CFA-0C73661DD598}" srcOrd="2" destOrd="0" presId="urn:microsoft.com/office/officeart/2018/2/layout/IconCircleList"/>
    <dgm:cxn modelId="{92FC854D-2A2A-4C73-861F-16F983E5BAE4}" type="presParOf" srcId="{4D853D95-A78A-408A-A129-3C557E3E900B}" destId="{8C25F6CA-7BC9-4DCA-9CD9-13D7DC6B9C8F}" srcOrd="3" destOrd="0" presId="urn:microsoft.com/office/officeart/2018/2/layout/IconCircleList"/>
    <dgm:cxn modelId="{BE1FF8A9-E683-4735-BD42-49D59DD97F77}" type="presParOf" srcId="{2EB13A35-DFF9-4493-8925-71F3B9A8A0C3}" destId="{143F1853-BD80-401E-8E97-0B48CC0F4FA2}" srcOrd="7" destOrd="0" presId="urn:microsoft.com/office/officeart/2018/2/layout/IconCircleList"/>
    <dgm:cxn modelId="{7D72534E-6616-497E-97C6-80E07CC1C240}" type="presParOf" srcId="{2EB13A35-DFF9-4493-8925-71F3B9A8A0C3}" destId="{4171D0D3-78FB-4A31-AD41-391B2B27E3CA}" srcOrd="8" destOrd="0" presId="urn:microsoft.com/office/officeart/2018/2/layout/IconCircleList"/>
    <dgm:cxn modelId="{755F528E-555B-4862-98F9-51184B82F8CE}" type="presParOf" srcId="{4171D0D3-78FB-4A31-AD41-391B2B27E3CA}" destId="{89C50071-F931-456F-8BFA-860835D6799E}" srcOrd="0" destOrd="0" presId="urn:microsoft.com/office/officeart/2018/2/layout/IconCircleList"/>
    <dgm:cxn modelId="{F6ABC4B6-949F-4105-859E-AF7009ECFFED}" type="presParOf" srcId="{4171D0D3-78FB-4A31-AD41-391B2B27E3CA}" destId="{5A103754-7E47-484A-B2D2-17615CA2881C}" srcOrd="1" destOrd="0" presId="urn:microsoft.com/office/officeart/2018/2/layout/IconCircleList"/>
    <dgm:cxn modelId="{0DF9E805-FEE8-4018-93FF-F7F1DD75AA77}" type="presParOf" srcId="{4171D0D3-78FB-4A31-AD41-391B2B27E3CA}" destId="{7337BA25-50BC-4FD8-AA7A-D95291A85ED0}" srcOrd="2" destOrd="0" presId="urn:microsoft.com/office/officeart/2018/2/layout/IconCircleList"/>
    <dgm:cxn modelId="{3420DF64-D363-4B89-B93E-B50ED4EA5960}" type="presParOf" srcId="{4171D0D3-78FB-4A31-AD41-391B2B27E3CA}" destId="{7F410A2B-7AC1-4628-BBBC-A2FD6046B3D9}" srcOrd="3" destOrd="0" presId="urn:microsoft.com/office/officeart/2018/2/layout/IconCircleList"/>
    <dgm:cxn modelId="{64EEAB9C-76E1-45CF-B6A6-CCEE8C1DF542}" type="presParOf" srcId="{2EB13A35-DFF9-4493-8925-71F3B9A8A0C3}" destId="{37123D16-0465-421B-8C37-A0DC8E14EE1F}" srcOrd="9" destOrd="0" presId="urn:microsoft.com/office/officeart/2018/2/layout/IconCircleList"/>
    <dgm:cxn modelId="{98F97FD5-D134-4215-B48B-FF939D891526}" type="presParOf" srcId="{2EB13A35-DFF9-4493-8925-71F3B9A8A0C3}" destId="{11FE0CE3-673A-46AD-8F39-6EDA7490E92D}" srcOrd="10" destOrd="0" presId="urn:microsoft.com/office/officeart/2018/2/layout/IconCircleList"/>
    <dgm:cxn modelId="{C38006C3-C155-450E-AB6F-8E7EA3AD22F1}" type="presParOf" srcId="{11FE0CE3-673A-46AD-8F39-6EDA7490E92D}" destId="{1FE1D4C8-E792-481B-9FBE-2D4961BE6679}" srcOrd="0" destOrd="0" presId="urn:microsoft.com/office/officeart/2018/2/layout/IconCircleList"/>
    <dgm:cxn modelId="{7D521E26-1645-4FA2-8DB3-69145AFDF297}" type="presParOf" srcId="{11FE0CE3-673A-46AD-8F39-6EDA7490E92D}" destId="{B47718CC-B073-4F2C-95F1-ABD85BB4FC79}" srcOrd="1" destOrd="0" presId="urn:microsoft.com/office/officeart/2018/2/layout/IconCircleList"/>
    <dgm:cxn modelId="{19BB8568-FAD6-40EA-9CFA-A5A3B42B7A32}" type="presParOf" srcId="{11FE0CE3-673A-46AD-8F39-6EDA7490E92D}" destId="{F2C0BB47-E03D-4663-9E65-5CF3F91F32E5}" srcOrd="2" destOrd="0" presId="urn:microsoft.com/office/officeart/2018/2/layout/IconCircleList"/>
    <dgm:cxn modelId="{77A1E1AA-1500-462A-8EC1-470119E10D64}" type="presParOf" srcId="{11FE0CE3-673A-46AD-8F39-6EDA7490E92D}" destId="{E23CA622-4BCD-4E21-BFDC-8911B87E5DD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10CD46-1C0B-4925-B271-703E5B537E0B}">
      <dsp:nvSpPr>
        <dsp:cNvPr id="0" name=""/>
        <dsp:cNvSpPr/>
      </dsp:nvSpPr>
      <dsp:spPr>
        <a:xfrm>
          <a:off x="397054" y="793236"/>
          <a:ext cx="816057" cy="816057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2DAD0F-7781-4318-8DB9-A254248177AF}">
      <dsp:nvSpPr>
        <dsp:cNvPr id="0" name=""/>
        <dsp:cNvSpPr/>
      </dsp:nvSpPr>
      <dsp:spPr>
        <a:xfrm>
          <a:off x="568426" y="964608"/>
          <a:ext cx="473313" cy="4733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296B89-9968-4CF6-A591-C21BA848106B}">
      <dsp:nvSpPr>
        <dsp:cNvPr id="0" name=""/>
        <dsp:cNvSpPr/>
      </dsp:nvSpPr>
      <dsp:spPr>
        <a:xfrm>
          <a:off x="1387982" y="793236"/>
          <a:ext cx="1923565" cy="816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Coleta de Dados</a:t>
          </a:r>
          <a:endParaRPr lang="en-US" sz="2000" kern="1200" dirty="0"/>
        </a:p>
      </dsp:txBody>
      <dsp:txXfrm>
        <a:off x="1387982" y="793236"/>
        <a:ext cx="1923565" cy="816057"/>
      </dsp:txXfrm>
    </dsp:sp>
    <dsp:sp modelId="{853E172E-4F9E-471B-8654-573136C42E28}">
      <dsp:nvSpPr>
        <dsp:cNvPr id="0" name=""/>
        <dsp:cNvSpPr/>
      </dsp:nvSpPr>
      <dsp:spPr>
        <a:xfrm>
          <a:off x="3646713" y="793236"/>
          <a:ext cx="816057" cy="816057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141CE8-4C86-428A-9259-6B1325985AD8}">
      <dsp:nvSpPr>
        <dsp:cNvPr id="0" name=""/>
        <dsp:cNvSpPr/>
      </dsp:nvSpPr>
      <dsp:spPr>
        <a:xfrm>
          <a:off x="3818085" y="964608"/>
          <a:ext cx="473313" cy="4733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9C10D9-42D1-4A2C-8177-424837611074}">
      <dsp:nvSpPr>
        <dsp:cNvPr id="0" name=""/>
        <dsp:cNvSpPr/>
      </dsp:nvSpPr>
      <dsp:spPr>
        <a:xfrm>
          <a:off x="4637641" y="793236"/>
          <a:ext cx="1923565" cy="816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 err="1"/>
            <a:t>Limpeza</a:t>
          </a:r>
          <a:r>
            <a:rPr lang="en-GB" sz="2000" kern="1200" dirty="0"/>
            <a:t> e </a:t>
          </a:r>
          <a:r>
            <a:rPr lang="en-GB" sz="2000" kern="1200" dirty="0" err="1"/>
            <a:t>Preparação</a:t>
          </a:r>
          <a:endParaRPr lang="en-US" sz="2000" kern="1200" dirty="0"/>
        </a:p>
      </dsp:txBody>
      <dsp:txXfrm>
        <a:off x="4637641" y="793236"/>
        <a:ext cx="1923565" cy="816057"/>
      </dsp:txXfrm>
    </dsp:sp>
    <dsp:sp modelId="{16EE9E04-1575-4D47-A810-1B1E1093953C}">
      <dsp:nvSpPr>
        <dsp:cNvPr id="0" name=""/>
        <dsp:cNvSpPr/>
      </dsp:nvSpPr>
      <dsp:spPr>
        <a:xfrm>
          <a:off x="6896372" y="793236"/>
          <a:ext cx="816057" cy="816057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0C63CE-1BCD-469C-A0D7-F0091622DA89}">
      <dsp:nvSpPr>
        <dsp:cNvPr id="0" name=""/>
        <dsp:cNvSpPr/>
      </dsp:nvSpPr>
      <dsp:spPr>
        <a:xfrm>
          <a:off x="7067745" y="964608"/>
          <a:ext cx="473313" cy="4733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E24AC2-03FB-4E35-9E01-617F58A73706}">
      <dsp:nvSpPr>
        <dsp:cNvPr id="0" name=""/>
        <dsp:cNvSpPr/>
      </dsp:nvSpPr>
      <dsp:spPr>
        <a:xfrm>
          <a:off x="7887300" y="793236"/>
          <a:ext cx="1923565" cy="816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Feature Engineering</a:t>
          </a:r>
          <a:endParaRPr lang="en-US" sz="2000" kern="1200" dirty="0"/>
        </a:p>
      </dsp:txBody>
      <dsp:txXfrm>
        <a:off x="7887300" y="793236"/>
        <a:ext cx="1923565" cy="816057"/>
      </dsp:txXfrm>
    </dsp:sp>
    <dsp:sp modelId="{EA4529FE-AF03-4851-93E0-288460A8C3D0}">
      <dsp:nvSpPr>
        <dsp:cNvPr id="0" name=""/>
        <dsp:cNvSpPr/>
      </dsp:nvSpPr>
      <dsp:spPr>
        <a:xfrm>
          <a:off x="397054" y="2268523"/>
          <a:ext cx="816057" cy="816057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D90830-A80D-49A8-B3D9-6C2A9808103D}">
      <dsp:nvSpPr>
        <dsp:cNvPr id="0" name=""/>
        <dsp:cNvSpPr/>
      </dsp:nvSpPr>
      <dsp:spPr>
        <a:xfrm>
          <a:off x="568426" y="2439895"/>
          <a:ext cx="473313" cy="4733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25F6CA-7BC9-4DCA-9CD9-13D7DC6B9C8F}">
      <dsp:nvSpPr>
        <dsp:cNvPr id="0" name=""/>
        <dsp:cNvSpPr/>
      </dsp:nvSpPr>
      <dsp:spPr>
        <a:xfrm>
          <a:off x="1387982" y="2268523"/>
          <a:ext cx="1923565" cy="816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 err="1"/>
            <a:t>Treinamento</a:t>
          </a:r>
          <a:endParaRPr lang="en-US" sz="2000" kern="1200" dirty="0"/>
        </a:p>
      </dsp:txBody>
      <dsp:txXfrm>
        <a:off x="1387982" y="2268523"/>
        <a:ext cx="1923565" cy="816057"/>
      </dsp:txXfrm>
    </dsp:sp>
    <dsp:sp modelId="{89C50071-F931-456F-8BFA-860835D6799E}">
      <dsp:nvSpPr>
        <dsp:cNvPr id="0" name=""/>
        <dsp:cNvSpPr/>
      </dsp:nvSpPr>
      <dsp:spPr>
        <a:xfrm>
          <a:off x="3646713" y="2268523"/>
          <a:ext cx="816057" cy="816057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103754-7E47-484A-B2D2-17615CA2881C}">
      <dsp:nvSpPr>
        <dsp:cNvPr id="0" name=""/>
        <dsp:cNvSpPr/>
      </dsp:nvSpPr>
      <dsp:spPr>
        <a:xfrm>
          <a:off x="3818085" y="2439895"/>
          <a:ext cx="473313" cy="4733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410A2B-7AC1-4628-BBBC-A2FD6046B3D9}">
      <dsp:nvSpPr>
        <dsp:cNvPr id="0" name=""/>
        <dsp:cNvSpPr/>
      </dsp:nvSpPr>
      <dsp:spPr>
        <a:xfrm>
          <a:off x="4637641" y="2268523"/>
          <a:ext cx="1923565" cy="816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 err="1"/>
            <a:t>Avaliação</a:t>
          </a:r>
          <a:endParaRPr lang="en-US" sz="2000" kern="1200" dirty="0"/>
        </a:p>
      </dsp:txBody>
      <dsp:txXfrm>
        <a:off x="4637641" y="2268523"/>
        <a:ext cx="1923565" cy="816057"/>
      </dsp:txXfrm>
    </dsp:sp>
    <dsp:sp modelId="{1FE1D4C8-E792-481B-9FBE-2D4961BE6679}">
      <dsp:nvSpPr>
        <dsp:cNvPr id="0" name=""/>
        <dsp:cNvSpPr/>
      </dsp:nvSpPr>
      <dsp:spPr>
        <a:xfrm>
          <a:off x="6896372" y="2268523"/>
          <a:ext cx="816057" cy="816057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7718CC-B073-4F2C-95F1-ABD85BB4FC79}">
      <dsp:nvSpPr>
        <dsp:cNvPr id="0" name=""/>
        <dsp:cNvSpPr/>
      </dsp:nvSpPr>
      <dsp:spPr>
        <a:xfrm>
          <a:off x="7067745" y="2439895"/>
          <a:ext cx="473313" cy="4733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3CA622-4BCD-4E21-BFDC-8911B87E5DD4}">
      <dsp:nvSpPr>
        <dsp:cNvPr id="0" name=""/>
        <dsp:cNvSpPr/>
      </dsp:nvSpPr>
      <dsp:spPr>
        <a:xfrm>
          <a:off x="7887300" y="2268523"/>
          <a:ext cx="1923565" cy="816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Deploy e </a:t>
          </a:r>
          <a:r>
            <a:rPr lang="en-GB" sz="2000" b="1" kern="1200" dirty="0" err="1"/>
            <a:t>monitoramento</a:t>
          </a:r>
          <a:endParaRPr lang="en-US" sz="2000" b="1" kern="1200" dirty="0"/>
        </a:p>
      </dsp:txBody>
      <dsp:txXfrm>
        <a:off x="7887300" y="2268523"/>
        <a:ext cx="1923565" cy="8160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75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77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024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78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90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104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2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96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84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109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44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2512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org&amp;utm_campaign=index&amp;utm_content=thumbnail"/><Relationship Id="rId2" Type="http://schemas.openxmlformats.org/officeDocument/2006/relationships/image" Target="../media/image7.org&amp;utm_campaign=index&amp;utm_content=thumbnai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org&amp;utm_campaign=index&amp;utm_content=thumbnail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83636B-F529-8CB4-790B-BC522CCBD4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77" r="14243" b="-1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51D524B-B877-C772-EF85-0C9552667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5756" y="1078484"/>
            <a:ext cx="4308672" cy="3224045"/>
          </a:xfrm>
        </p:spPr>
        <p:txBody>
          <a:bodyPr anchor="b">
            <a:normAutofit/>
          </a:bodyPr>
          <a:lstStyle/>
          <a:p>
            <a:r>
              <a:rPr lang="en-GB" sz="5800" dirty="0"/>
              <a:t>MACHINE LEARNING</a:t>
            </a:r>
            <a:endParaRPr lang="pt-BR" sz="5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D4360A-9BFB-F7D8-8E28-0F1433DF8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r>
              <a:rPr lang="en-GB" dirty="0"/>
              <a:t>Como </a:t>
            </a:r>
            <a:r>
              <a:rPr lang="pt-BR" noProof="0" dirty="0"/>
              <a:t>construir</a:t>
            </a:r>
            <a:r>
              <a:rPr lang="en-GB" dirty="0"/>
              <a:t> um </a:t>
            </a:r>
            <a:r>
              <a:rPr lang="en-GB" dirty="0" err="1"/>
              <a:t>modelo</a:t>
            </a:r>
            <a:r>
              <a:rPr lang="en-GB" dirty="0"/>
              <a:t> </a:t>
            </a:r>
            <a:r>
              <a:rPr lang="en-GB" dirty="0" err="1"/>
              <a:t>preditivo</a:t>
            </a:r>
            <a:endParaRPr lang="pt-B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340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E5F18-566F-983A-237A-C52BEA041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F59CAB-7F1F-01A1-C298-166BE325F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Qual é a </a:t>
            </a:r>
            <a:r>
              <a:rPr lang="en-GB" dirty="0" err="1"/>
              <a:t>fruta</a:t>
            </a:r>
            <a:r>
              <a:rPr lang="en-GB" dirty="0"/>
              <a:t>?</a:t>
            </a:r>
            <a:endParaRPr lang="pt-BR" dirty="0"/>
          </a:p>
        </p:txBody>
      </p:sp>
      <p:pic>
        <p:nvPicPr>
          <p:cNvPr id="6" name="Espaço Reservado para Conteúdo 5" descr="Imagem AI – Proteína Magra | IconScout">
            <a:extLst>
              <a:ext uri="{FF2B5EF4-FFF2-40B4-BE49-F238E27FC236}">
                <a16:creationId xmlns:a16="http://schemas.microsoft.com/office/drawing/2014/main" id="{08CF5D3A-4A65-01EA-8FA7-E92790A421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69975" y="1371601"/>
            <a:ext cx="5193506" cy="519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393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2C5C1F-9A38-DFB6-5E56-484619B7C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  <a:endParaRPr lang="pt-BR" dirty="0"/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2F43B841-5FDC-01AB-C5D5-1C54AB0F6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Nós</a:t>
            </a:r>
            <a:r>
              <a:rPr lang="en-GB" dirty="0"/>
              <a:t> </a:t>
            </a:r>
            <a:r>
              <a:rPr lang="en-GB" dirty="0" err="1"/>
              <a:t>fornecemos</a:t>
            </a:r>
            <a:r>
              <a:rPr lang="en-GB" dirty="0"/>
              <a:t> dados </a:t>
            </a:r>
            <a:r>
              <a:rPr lang="en-GB" dirty="0" err="1"/>
              <a:t>ao</a:t>
            </a:r>
            <a:r>
              <a:rPr lang="en-GB" dirty="0"/>
              <a:t> </a:t>
            </a:r>
            <a:r>
              <a:rPr lang="en-GB" dirty="0" err="1"/>
              <a:t>algoritmo</a:t>
            </a:r>
            <a:r>
              <a:rPr lang="en-GB" dirty="0"/>
              <a:t>, </a:t>
            </a:r>
            <a:r>
              <a:rPr lang="en-GB" dirty="0" err="1"/>
              <a:t>ele</a:t>
            </a:r>
            <a:r>
              <a:rPr lang="en-GB" dirty="0"/>
              <a:t> </a:t>
            </a:r>
            <a:r>
              <a:rPr lang="en-GB" dirty="0" err="1"/>
              <a:t>identifica</a:t>
            </a:r>
            <a:r>
              <a:rPr lang="en-GB" dirty="0"/>
              <a:t> </a:t>
            </a:r>
            <a:r>
              <a:rPr lang="en-GB" dirty="0" err="1"/>
              <a:t>padrões</a:t>
            </a:r>
            <a:r>
              <a:rPr lang="en-GB" dirty="0"/>
              <a:t> </a:t>
            </a:r>
            <a:r>
              <a:rPr lang="en-GB" dirty="0" err="1"/>
              <a:t>nesses</a:t>
            </a:r>
            <a:r>
              <a:rPr lang="en-GB" dirty="0"/>
              <a:t> dados e </a:t>
            </a:r>
            <a:r>
              <a:rPr lang="en-GB" dirty="0" err="1"/>
              <a:t>utiliza</a:t>
            </a:r>
            <a:r>
              <a:rPr lang="en-GB" dirty="0"/>
              <a:t> esses </a:t>
            </a:r>
            <a:r>
              <a:rPr lang="en-GB" dirty="0" err="1"/>
              <a:t>padrões</a:t>
            </a:r>
            <a:r>
              <a:rPr lang="en-GB" dirty="0"/>
              <a:t> para </a:t>
            </a:r>
            <a:r>
              <a:rPr lang="en-GB" dirty="0" err="1"/>
              <a:t>revisar</a:t>
            </a:r>
            <a:r>
              <a:rPr lang="en-GB" dirty="0"/>
              <a:t> </a:t>
            </a:r>
            <a:r>
              <a:rPr lang="en-GB" dirty="0" err="1"/>
              <a:t>previsões</a:t>
            </a:r>
            <a:r>
              <a:rPr lang="en-GB" dirty="0"/>
              <a:t> </a:t>
            </a:r>
            <a:r>
              <a:rPr lang="en-GB" dirty="0" err="1"/>
              <a:t>sobre</a:t>
            </a:r>
            <a:r>
              <a:rPr lang="en-GB" dirty="0"/>
              <a:t> </a:t>
            </a:r>
            <a:r>
              <a:rPr lang="en-GB" dirty="0" err="1"/>
              <a:t>novos</a:t>
            </a:r>
            <a:r>
              <a:rPr lang="en-GB" dirty="0"/>
              <a:t> </a:t>
            </a:r>
            <a:r>
              <a:rPr lang="en-GB" dirty="0" err="1"/>
              <a:t>casos</a:t>
            </a:r>
            <a:r>
              <a:rPr lang="en-GB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2358318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00A07-314C-8727-9532-E354B5A56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4AD267-C3A9-3C77-A33C-ED8834F51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Modelo </a:t>
            </a:r>
            <a:r>
              <a:rPr lang="en-GB" dirty="0" err="1"/>
              <a:t>preditivo</a:t>
            </a:r>
            <a:endParaRPr lang="pt-BR" dirty="0"/>
          </a:p>
        </p:txBody>
      </p:sp>
      <p:pic>
        <p:nvPicPr>
          <p:cNvPr id="7" name="Espaço Reservado para Conteúdo 6" descr="Banco de dados com preenchimento sólido">
            <a:extLst>
              <a:ext uri="{FF2B5EF4-FFF2-40B4-BE49-F238E27FC236}">
                <a16:creationId xmlns:a16="http://schemas.microsoft.com/office/drawing/2014/main" id="{17063A82-A882-A1BD-03E4-7AFDAB35E1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65166" y="3733800"/>
            <a:ext cx="914400" cy="914400"/>
          </a:xfrm>
        </p:spPr>
      </p:pic>
      <p:pic>
        <p:nvPicPr>
          <p:cNvPr id="8" name="Espaço Reservado para Conteúdo 6" descr="Banco de dados com preenchimento sólido">
            <a:extLst>
              <a:ext uri="{FF2B5EF4-FFF2-40B4-BE49-F238E27FC236}">
                <a16:creationId xmlns:a16="http://schemas.microsoft.com/office/drawing/2014/main" id="{A8E7A848-68C2-977B-4D22-09FD3763C7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07966" y="3124200"/>
            <a:ext cx="914400" cy="914400"/>
          </a:xfrm>
          <a:prstGeom prst="rect">
            <a:avLst/>
          </a:prstGeom>
        </p:spPr>
      </p:pic>
      <p:pic>
        <p:nvPicPr>
          <p:cNvPr id="9" name="Espaço Reservado para Conteúdo 6" descr="Banco de dados com preenchimento sólido">
            <a:extLst>
              <a:ext uri="{FF2B5EF4-FFF2-40B4-BE49-F238E27FC236}">
                <a16:creationId xmlns:a16="http://schemas.microsoft.com/office/drawing/2014/main" id="{2AA0059C-E983-2453-FBF8-3C8DF96ECF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93766" y="3028950"/>
            <a:ext cx="914400" cy="914400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4F85AE48-B978-21AE-40DE-BE73A7E9F776}"/>
              </a:ext>
            </a:extLst>
          </p:cNvPr>
          <p:cNvCxnSpPr>
            <a:cxnSpLocks/>
          </p:cNvCxnSpPr>
          <p:nvPr/>
        </p:nvCxnSpPr>
        <p:spPr>
          <a:xfrm>
            <a:off x="3318510" y="3733800"/>
            <a:ext cx="139979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áfico 9" descr="Pesquisa com preenchimento sólido">
            <a:extLst>
              <a:ext uri="{FF2B5EF4-FFF2-40B4-BE49-F238E27FC236}">
                <a16:creationId xmlns:a16="http://schemas.microsoft.com/office/drawing/2014/main" id="{FF7FDB96-C48B-E72B-C69A-93DEFEC2B5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2288" y="3160776"/>
            <a:ext cx="1228344" cy="1228344"/>
          </a:xfrm>
          <a:prstGeom prst="rect">
            <a:avLst/>
          </a:prstGeom>
        </p:spPr>
      </p:pic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BF8A3F9B-C06E-CDF7-3623-68FE1785F26D}"/>
              </a:ext>
            </a:extLst>
          </p:cNvPr>
          <p:cNvCxnSpPr>
            <a:cxnSpLocks/>
          </p:cNvCxnSpPr>
          <p:nvPr/>
        </p:nvCxnSpPr>
        <p:spPr>
          <a:xfrm>
            <a:off x="7137103" y="3715512"/>
            <a:ext cx="139979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áfico 12" descr="Estatísticas com preenchimento sólido">
            <a:extLst>
              <a:ext uri="{FF2B5EF4-FFF2-40B4-BE49-F238E27FC236}">
                <a16:creationId xmlns:a16="http://schemas.microsoft.com/office/drawing/2014/main" id="{22AFEB09-12A5-98A4-F1EB-70FBD26C93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14104" y="3160776"/>
            <a:ext cx="1228344" cy="1228344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FEDE36A4-ED76-5F5C-260B-640246F7DF24}"/>
              </a:ext>
            </a:extLst>
          </p:cNvPr>
          <p:cNvSpPr txBox="1"/>
          <p:nvPr/>
        </p:nvSpPr>
        <p:spPr>
          <a:xfrm>
            <a:off x="1461561" y="4743450"/>
            <a:ext cx="18069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Base de dados</a:t>
            </a:r>
            <a:endParaRPr lang="pt-BR" sz="2000" b="1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16169DB-CE72-C0E0-479A-54901FFCDA5F}"/>
              </a:ext>
            </a:extLst>
          </p:cNvPr>
          <p:cNvSpPr txBox="1"/>
          <p:nvPr/>
        </p:nvSpPr>
        <p:spPr>
          <a:xfrm>
            <a:off x="5020187" y="4711683"/>
            <a:ext cx="23455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 err="1"/>
              <a:t>Análise</a:t>
            </a:r>
            <a:r>
              <a:rPr lang="en-GB" sz="2000" b="1" dirty="0"/>
              <a:t> de </a:t>
            </a:r>
            <a:r>
              <a:rPr lang="en-GB" sz="2000" b="1" dirty="0" err="1"/>
              <a:t>Padrões</a:t>
            </a:r>
            <a:endParaRPr lang="pt-BR" sz="2000" b="1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4F85A32-043C-8692-C4D6-EA7565AAE358}"/>
              </a:ext>
            </a:extLst>
          </p:cNvPr>
          <p:cNvSpPr txBox="1"/>
          <p:nvPr/>
        </p:nvSpPr>
        <p:spPr>
          <a:xfrm>
            <a:off x="9374527" y="4711683"/>
            <a:ext cx="11657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 err="1"/>
              <a:t>Previsão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3350967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47633-5D41-40BA-22B6-5EA06EF39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690C02-7041-FCBA-4F9A-6B7BF6697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Modelo </a:t>
            </a:r>
            <a:r>
              <a:rPr lang="en-GB" dirty="0" err="1"/>
              <a:t>Preditivo</a:t>
            </a:r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C501D90-E39C-FF63-EFD9-AF12D2326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Modelagem preditiva é o processo de desenvolver modelos que utilizam dados disponíveis para prever resultados em novos casos;</a:t>
            </a:r>
          </a:p>
        </p:txBody>
      </p:sp>
    </p:spTree>
    <p:extLst>
      <p:ext uri="{BB962C8B-B14F-4D97-AF65-F5344CB8AC3E}">
        <p14:creationId xmlns:p14="http://schemas.microsoft.com/office/powerpoint/2010/main" val="2141621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8CFA56-1F84-AD05-7DCC-4B2B69B59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9A80552-4448-F6DF-5C03-8A5650E65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924331F-3DD7-E95D-517F-3E6455E47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52" y="914401"/>
            <a:ext cx="6249756" cy="1060704"/>
          </a:xfrm>
        </p:spPr>
        <p:txBody>
          <a:bodyPr anchor="t">
            <a:normAutofit/>
          </a:bodyPr>
          <a:lstStyle/>
          <a:p>
            <a:r>
              <a:rPr lang="en-GB" dirty="0"/>
              <a:t>Coleta e </a:t>
            </a:r>
            <a:r>
              <a:rPr lang="en-GB" dirty="0" err="1"/>
              <a:t>Limpeza</a:t>
            </a:r>
            <a:r>
              <a:rPr lang="en-GB" dirty="0"/>
              <a:t> de Dados</a:t>
            </a:r>
            <a:endParaRPr lang="pt-B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DAE8D3-EA40-0A53-9AA4-9DC1AB029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D77B0E0-1DAD-D0BC-38D1-95A29AB23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10890928" cy="3310121"/>
          </a:xfrm>
        </p:spPr>
        <p:txBody>
          <a:bodyPr/>
          <a:lstStyle/>
          <a:p>
            <a:r>
              <a:rPr lang="en-GB" dirty="0"/>
              <a:t>O </a:t>
            </a:r>
            <a:r>
              <a:rPr lang="en-GB" dirty="0" err="1"/>
              <a:t>objetivo</a:t>
            </a:r>
            <a:r>
              <a:rPr lang="en-GB" dirty="0"/>
              <a:t> é </a:t>
            </a:r>
            <a:r>
              <a:rPr lang="en-GB" dirty="0" err="1"/>
              <a:t>reunir</a:t>
            </a:r>
            <a:r>
              <a:rPr lang="en-GB" dirty="0"/>
              <a:t> </a:t>
            </a:r>
            <a:r>
              <a:rPr lang="en-GB" dirty="0" err="1"/>
              <a:t>os</a:t>
            </a:r>
            <a:r>
              <a:rPr lang="en-GB" dirty="0"/>
              <a:t> dados </a:t>
            </a:r>
            <a:r>
              <a:rPr lang="en-GB" dirty="0" err="1"/>
              <a:t>necessários</a:t>
            </a:r>
            <a:r>
              <a:rPr lang="en-GB" dirty="0"/>
              <a:t> para responder </a:t>
            </a:r>
            <a:r>
              <a:rPr lang="en-GB" dirty="0" err="1"/>
              <a:t>ao</a:t>
            </a:r>
            <a:r>
              <a:rPr lang="en-GB" dirty="0"/>
              <a:t> </a:t>
            </a:r>
            <a:r>
              <a:rPr lang="en-GB" dirty="0" err="1"/>
              <a:t>problema</a:t>
            </a:r>
            <a:r>
              <a:rPr lang="en-GB" dirty="0"/>
              <a:t>;</a:t>
            </a:r>
          </a:p>
          <a:p>
            <a:r>
              <a:rPr lang="en-GB" dirty="0" err="1"/>
              <a:t>Depois</a:t>
            </a:r>
            <a:r>
              <a:rPr lang="en-GB" dirty="0"/>
              <a:t> </a:t>
            </a:r>
            <a:r>
              <a:rPr lang="en-GB" dirty="0" err="1"/>
              <a:t>verificamos</a:t>
            </a:r>
            <a:r>
              <a:rPr lang="en-GB" dirty="0"/>
              <a:t> a </a:t>
            </a:r>
            <a:r>
              <a:rPr lang="en-GB" dirty="0" err="1"/>
              <a:t>qualidade</a:t>
            </a:r>
            <a:r>
              <a:rPr lang="en-GB" dirty="0"/>
              <a:t> e </a:t>
            </a:r>
            <a:r>
              <a:rPr lang="en-GB" dirty="0" err="1"/>
              <a:t>consistência</a:t>
            </a:r>
            <a:r>
              <a:rPr lang="en-GB" dirty="0"/>
              <a:t> </a:t>
            </a:r>
            <a:r>
              <a:rPr lang="en-GB" dirty="0" err="1"/>
              <a:t>desses</a:t>
            </a:r>
            <a:r>
              <a:rPr lang="en-GB" dirty="0"/>
              <a:t> dados(</a:t>
            </a:r>
            <a:r>
              <a:rPr lang="en-GB" dirty="0" err="1"/>
              <a:t>valores</a:t>
            </a:r>
            <a:r>
              <a:rPr lang="en-GB" dirty="0"/>
              <a:t> </a:t>
            </a:r>
            <a:r>
              <a:rPr lang="en-GB" dirty="0" err="1"/>
              <a:t>ausentes</a:t>
            </a:r>
            <a:r>
              <a:rPr lang="en-GB" dirty="0"/>
              <a:t>, </a:t>
            </a:r>
            <a:r>
              <a:rPr lang="en-GB" dirty="0" err="1"/>
              <a:t>duplicidades</a:t>
            </a:r>
            <a:r>
              <a:rPr lang="en-GB" dirty="0"/>
              <a:t>, </a:t>
            </a:r>
            <a:r>
              <a:rPr lang="en-GB" dirty="0" err="1"/>
              <a:t>inconsistências</a:t>
            </a:r>
            <a:r>
              <a:rPr lang="en-GB" dirty="0"/>
              <a:t>, etc)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4061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E67561-C9FF-5512-1467-DF3F1F425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65BF151-DC44-8B23-5CDB-31A22921A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92C29B-6FA0-F2A7-D014-81670657E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52" y="914401"/>
            <a:ext cx="6249756" cy="1060704"/>
          </a:xfrm>
        </p:spPr>
        <p:txBody>
          <a:bodyPr anchor="t">
            <a:normAutofit/>
          </a:bodyPr>
          <a:lstStyle/>
          <a:p>
            <a:r>
              <a:rPr lang="en-GB" dirty="0"/>
              <a:t>Coleta e </a:t>
            </a:r>
            <a:r>
              <a:rPr lang="en-GB" dirty="0" err="1"/>
              <a:t>Limpeza</a:t>
            </a:r>
            <a:r>
              <a:rPr lang="en-GB" dirty="0"/>
              <a:t> de Dados</a:t>
            </a:r>
            <a:endParaRPr lang="pt-B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27453-58CF-66CA-BFFB-BE20DD58D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Espaço Reservado para Conteúdo 6">
            <a:extLst>
              <a:ext uri="{FF2B5EF4-FFF2-40B4-BE49-F238E27FC236}">
                <a16:creationId xmlns:a16="http://schemas.microsoft.com/office/drawing/2014/main" id="{96FCD908-8E36-1E26-43A2-047BE52317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5303694"/>
              </p:ext>
            </p:extLst>
          </p:nvPr>
        </p:nvGraphicFramePr>
        <p:xfrm>
          <a:off x="1883110" y="2321361"/>
          <a:ext cx="8425780" cy="300808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85156">
                  <a:extLst>
                    <a:ext uri="{9D8B030D-6E8A-4147-A177-3AD203B41FA5}">
                      <a16:colId xmlns:a16="http://schemas.microsoft.com/office/drawing/2014/main" val="3645913776"/>
                    </a:ext>
                  </a:extLst>
                </a:gridCol>
                <a:gridCol w="1685156">
                  <a:extLst>
                    <a:ext uri="{9D8B030D-6E8A-4147-A177-3AD203B41FA5}">
                      <a16:colId xmlns:a16="http://schemas.microsoft.com/office/drawing/2014/main" val="1927979347"/>
                    </a:ext>
                  </a:extLst>
                </a:gridCol>
                <a:gridCol w="1685156">
                  <a:extLst>
                    <a:ext uri="{9D8B030D-6E8A-4147-A177-3AD203B41FA5}">
                      <a16:colId xmlns:a16="http://schemas.microsoft.com/office/drawing/2014/main" val="1627094216"/>
                    </a:ext>
                  </a:extLst>
                </a:gridCol>
                <a:gridCol w="1685156">
                  <a:extLst>
                    <a:ext uri="{9D8B030D-6E8A-4147-A177-3AD203B41FA5}">
                      <a16:colId xmlns:a16="http://schemas.microsoft.com/office/drawing/2014/main" val="2605184013"/>
                    </a:ext>
                  </a:extLst>
                </a:gridCol>
                <a:gridCol w="1685156">
                  <a:extLst>
                    <a:ext uri="{9D8B030D-6E8A-4147-A177-3AD203B41FA5}">
                      <a16:colId xmlns:a16="http://schemas.microsoft.com/office/drawing/2014/main" val="3509759293"/>
                    </a:ext>
                  </a:extLst>
                </a:gridCol>
              </a:tblGrid>
              <a:tr h="906742"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Arredondada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Ácida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Doce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Cor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Fruta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1894578"/>
                  </a:ext>
                </a:extLst>
              </a:tr>
              <a:tr h="525335"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Não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Não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Sim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Amarela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Banana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971049"/>
                  </a:ext>
                </a:extLst>
              </a:tr>
              <a:tr h="52533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Sim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Não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Sim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Verde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Pera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7555575"/>
                  </a:ext>
                </a:extLst>
              </a:tr>
              <a:tr h="52533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Sim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Sim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Não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Laranja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Mexerica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3309291"/>
                  </a:ext>
                </a:extLst>
              </a:tr>
              <a:tr h="525335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Sim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Não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Sim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Vermelha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Maça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9937384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90731F45-54D4-3F1B-202E-A62B80B06927}"/>
              </a:ext>
            </a:extLst>
          </p:cNvPr>
          <p:cNvSpPr txBox="1"/>
          <p:nvPr/>
        </p:nvSpPr>
        <p:spPr>
          <a:xfrm>
            <a:off x="1817772" y="5329443"/>
            <a:ext cx="186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*Dados de </a:t>
            </a:r>
            <a:r>
              <a:rPr lang="en-GB" dirty="0" err="1"/>
              <a:t>frutas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27996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FC1042-0021-20E0-25E6-83E8D54CC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2E9D548-1F7E-BC56-4766-F04EF260D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E405BAB-9882-00BF-5CEF-FABDEAC5A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52" y="914401"/>
            <a:ext cx="6249756" cy="1060704"/>
          </a:xfrm>
        </p:spPr>
        <p:txBody>
          <a:bodyPr anchor="t">
            <a:normAutofit/>
          </a:bodyPr>
          <a:lstStyle/>
          <a:p>
            <a:r>
              <a:rPr lang="en-GB" dirty="0"/>
              <a:t>Featuring Engineering</a:t>
            </a:r>
            <a:endParaRPr lang="pt-B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6D9BC2-4857-DC73-6DE2-0B794CD30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D76503-019C-29DB-C0CC-679280082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10890928" cy="3310121"/>
          </a:xfrm>
        </p:spPr>
        <p:txBody>
          <a:bodyPr/>
          <a:lstStyle/>
          <a:p>
            <a:r>
              <a:rPr lang="en-GB" dirty="0" err="1"/>
              <a:t>Será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as </a:t>
            </a:r>
            <a:r>
              <a:rPr lang="en-GB" dirty="0" err="1"/>
              <a:t>características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temos</a:t>
            </a:r>
            <a:r>
              <a:rPr lang="en-GB" dirty="0"/>
              <a:t> </a:t>
            </a:r>
            <a:r>
              <a:rPr lang="en-GB" dirty="0" err="1"/>
              <a:t>são</a:t>
            </a:r>
            <a:r>
              <a:rPr lang="en-GB" dirty="0"/>
              <a:t> </a:t>
            </a:r>
            <a:r>
              <a:rPr lang="en-GB" dirty="0" err="1"/>
              <a:t>suficientes</a:t>
            </a:r>
            <a:r>
              <a:rPr lang="en-GB" dirty="0"/>
              <a:t> para </a:t>
            </a:r>
            <a:r>
              <a:rPr lang="en-GB" dirty="0" err="1"/>
              <a:t>diferenciar</a:t>
            </a:r>
            <a:r>
              <a:rPr lang="en-GB" dirty="0"/>
              <a:t> </a:t>
            </a:r>
            <a:r>
              <a:rPr lang="en-GB" dirty="0" err="1"/>
              <a:t>todas</a:t>
            </a:r>
            <a:r>
              <a:rPr lang="en-GB" dirty="0"/>
              <a:t> </a:t>
            </a:r>
            <a:r>
              <a:rPr lang="en-GB" dirty="0" err="1"/>
              <a:t>essas</a:t>
            </a:r>
            <a:r>
              <a:rPr lang="en-GB" dirty="0"/>
              <a:t> </a:t>
            </a:r>
            <a:r>
              <a:rPr lang="en-GB" dirty="0" err="1"/>
              <a:t>frutas</a:t>
            </a:r>
            <a:r>
              <a:rPr lang="en-GB" dirty="0"/>
              <a:t>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4765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B82F35-A52A-4A86-E496-D33512CC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A84619-2283-08D6-8298-64AEB219E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CD3291-B6E5-1B21-1C95-413F26CFC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52" y="914401"/>
            <a:ext cx="6249756" cy="1060704"/>
          </a:xfrm>
        </p:spPr>
        <p:txBody>
          <a:bodyPr anchor="t">
            <a:normAutofit/>
          </a:bodyPr>
          <a:lstStyle/>
          <a:p>
            <a:r>
              <a:rPr lang="en-GB" dirty="0"/>
              <a:t>Featuring Engineering</a:t>
            </a:r>
            <a:endParaRPr lang="pt-B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E90688-4E49-8D98-F8FE-B2759290B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Espaço Reservado para Conteúdo 6">
            <a:extLst>
              <a:ext uri="{FF2B5EF4-FFF2-40B4-BE49-F238E27FC236}">
                <a16:creationId xmlns:a16="http://schemas.microsoft.com/office/drawing/2014/main" id="{DCBEABCF-2CC9-30E6-BF1F-4306AD26B7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6299547"/>
              </p:ext>
            </p:extLst>
          </p:nvPr>
        </p:nvGraphicFramePr>
        <p:xfrm>
          <a:off x="2090650" y="2242566"/>
          <a:ext cx="8010700" cy="320954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02140">
                  <a:extLst>
                    <a:ext uri="{9D8B030D-6E8A-4147-A177-3AD203B41FA5}">
                      <a16:colId xmlns:a16="http://schemas.microsoft.com/office/drawing/2014/main" val="3645913776"/>
                    </a:ext>
                  </a:extLst>
                </a:gridCol>
                <a:gridCol w="1602140">
                  <a:extLst>
                    <a:ext uri="{9D8B030D-6E8A-4147-A177-3AD203B41FA5}">
                      <a16:colId xmlns:a16="http://schemas.microsoft.com/office/drawing/2014/main" val="1927979347"/>
                    </a:ext>
                  </a:extLst>
                </a:gridCol>
                <a:gridCol w="1602140">
                  <a:extLst>
                    <a:ext uri="{9D8B030D-6E8A-4147-A177-3AD203B41FA5}">
                      <a16:colId xmlns:a16="http://schemas.microsoft.com/office/drawing/2014/main" val="1627094216"/>
                    </a:ext>
                  </a:extLst>
                </a:gridCol>
                <a:gridCol w="1602140">
                  <a:extLst>
                    <a:ext uri="{9D8B030D-6E8A-4147-A177-3AD203B41FA5}">
                      <a16:colId xmlns:a16="http://schemas.microsoft.com/office/drawing/2014/main" val="2605184013"/>
                    </a:ext>
                  </a:extLst>
                </a:gridCol>
                <a:gridCol w="1602140">
                  <a:extLst>
                    <a:ext uri="{9D8B030D-6E8A-4147-A177-3AD203B41FA5}">
                      <a16:colId xmlns:a16="http://schemas.microsoft.com/office/drawing/2014/main" val="3509759293"/>
                    </a:ext>
                  </a:extLst>
                </a:gridCol>
              </a:tblGrid>
              <a:tr h="823630"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Arredondada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Ácida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Doce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Cor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Fruta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1894578"/>
                  </a:ext>
                </a:extLst>
              </a:tr>
              <a:tr h="477183"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Não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Não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Sim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Amarela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Banana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971049"/>
                  </a:ext>
                </a:extLst>
              </a:tr>
              <a:tr h="47718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Sim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Não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Sim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Verde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Pera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7555575"/>
                  </a:ext>
                </a:extLst>
              </a:tr>
              <a:tr h="47718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Sim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Sim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Não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Laranja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Mexerica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3309291"/>
                  </a:ext>
                </a:extLst>
              </a:tr>
              <a:tr h="47718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Sim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Não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Sim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Vermelha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Maça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9937384"/>
                  </a:ext>
                </a:extLst>
              </a:tr>
              <a:tr h="477183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Sim</a:t>
                      </a:r>
                      <a:endParaRPr lang="pt-BR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 err="1"/>
                        <a:t>Não</a:t>
                      </a:r>
                      <a:endParaRPr lang="pt-BR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Sim</a:t>
                      </a:r>
                      <a:endParaRPr lang="pt-BR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 err="1"/>
                        <a:t>Vermelha</a:t>
                      </a:r>
                      <a:endParaRPr lang="pt-BR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Cereja</a:t>
                      </a:r>
                      <a:endParaRPr lang="pt-BR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774328"/>
                  </a:ext>
                </a:extLst>
              </a:tr>
            </a:tbl>
          </a:graphicData>
        </a:graphic>
      </p:graphicFrame>
      <p:pic>
        <p:nvPicPr>
          <p:cNvPr id="5" name="Imagem 4" descr="desenho animado cereja desenhando ou cereja fruta plano Projeto desenho  animado 28181324 PNG">
            <a:extLst>
              <a:ext uri="{FF2B5EF4-FFF2-40B4-BE49-F238E27FC236}">
                <a16:creationId xmlns:a16="http://schemas.microsoft.com/office/drawing/2014/main" id="{510D4ABA-575C-77E9-F89C-A787C4638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6441" y="1323596"/>
            <a:ext cx="662145" cy="1303017"/>
          </a:xfrm>
          <a:prstGeom prst="rect">
            <a:avLst/>
          </a:prstGeom>
        </p:spPr>
      </p:pic>
      <p:pic>
        <p:nvPicPr>
          <p:cNvPr id="6" name="Imagem 5" descr="desenho animado cereja desenhando ou cereja fruta plano Projeto desenho  animado 28181324 PNG">
            <a:extLst>
              <a:ext uri="{FF2B5EF4-FFF2-40B4-BE49-F238E27FC236}">
                <a16:creationId xmlns:a16="http://schemas.microsoft.com/office/drawing/2014/main" id="{9E6B1C77-D317-F8BF-0BD1-3C11E49A9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232617" y="1323596"/>
            <a:ext cx="662145" cy="130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833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CC489B-0B10-651C-0390-548559F27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20A7E73-82A2-47BA-7B53-460CD6435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FB8AE9-E401-891F-D6A3-5F503512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52" y="914401"/>
            <a:ext cx="6249756" cy="1060704"/>
          </a:xfrm>
        </p:spPr>
        <p:txBody>
          <a:bodyPr anchor="t">
            <a:normAutofit/>
          </a:bodyPr>
          <a:lstStyle/>
          <a:p>
            <a:r>
              <a:rPr lang="en-GB" dirty="0"/>
              <a:t>Featuring Engineering</a:t>
            </a:r>
            <a:endParaRPr lang="pt-B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F422F84-1382-E5D7-058E-CAA6130EF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Espaço Reservado para Conteúdo 6">
            <a:extLst>
              <a:ext uri="{FF2B5EF4-FFF2-40B4-BE49-F238E27FC236}">
                <a16:creationId xmlns:a16="http://schemas.microsoft.com/office/drawing/2014/main" id="{4B11DE7E-442B-006F-A4BC-E6AE54A3B6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6130872"/>
              </p:ext>
            </p:extLst>
          </p:nvPr>
        </p:nvGraphicFramePr>
        <p:xfrm>
          <a:off x="1607679" y="2205990"/>
          <a:ext cx="8976642" cy="320954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496107">
                  <a:extLst>
                    <a:ext uri="{9D8B030D-6E8A-4147-A177-3AD203B41FA5}">
                      <a16:colId xmlns:a16="http://schemas.microsoft.com/office/drawing/2014/main" val="3645913776"/>
                    </a:ext>
                  </a:extLst>
                </a:gridCol>
                <a:gridCol w="1496107">
                  <a:extLst>
                    <a:ext uri="{9D8B030D-6E8A-4147-A177-3AD203B41FA5}">
                      <a16:colId xmlns:a16="http://schemas.microsoft.com/office/drawing/2014/main" val="1927979347"/>
                    </a:ext>
                  </a:extLst>
                </a:gridCol>
                <a:gridCol w="1496107">
                  <a:extLst>
                    <a:ext uri="{9D8B030D-6E8A-4147-A177-3AD203B41FA5}">
                      <a16:colId xmlns:a16="http://schemas.microsoft.com/office/drawing/2014/main" val="1627094216"/>
                    </a:ext>
                  </a:extLst>
                </a:gridCol>
                <a:gridCol w="1496107">
                  <a:extLst>
                    <a:ext uri="{9D8B030D-6E8A-4147-A177-3AD203B41FA5}">
                      <a16:colId xmlns:a16="http://schemas.microsoft.com/office/drawing/2014/main" val="2605184013"/>
                    </a:ext>
                  </a:extLst>
                </a:gridCol>
                <a:gridCol w="1496107">
                  <a:extLst>
                    <a:ext uri="{9D8B030D-6E8A-4147-A177-3AD203B41FA5}">
                      <a16:colId xmlns:a16="http://schemas.microsoft.com/office/drawing/2014/main" val="2610655296"/>
                    </a:ext>
                  </a:extLst>
                </a:gridCol>
                <a:gridCol w="1496107">
                  <a:extLst>
                    <a:ext uri="{9D8B030D-6E8A-4147-A177-3AD203B41FA5}">
                      <a16:colId xmlns:a16="http://schemas.microsoft.com/office/drawing/2014/main" val="3509759293"/>
                    </a:ext>
                  </a:extLst>
                </a:gridCol>
              </a:tblGrid>
              <a:tr h="823630"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Arredondada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Ácida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Doce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Cor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Tamanho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Fruta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1894578"/>
                  </a:ext>
                </a:extLst>
              </a:tr>
              <a:tr h="477183"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Não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Não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Sim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Amarela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Grande</a:t>
                      </a:r>
                      <a:endParaRPr lang="pt-BR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Banana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971049"/>
                  </a:ext>
                </a:extLst>
              </a:tr>
              <a:tr h="47718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Sim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Não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Sim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Verde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 err="1"/>
                        <a:t>Média</a:t>
                      </a:r>
                      <a:endParaRPr lang="pt-BR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Pera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7555575"/>
                  </a:ext>
                </a:extLst>
              </a:tr>
              <a:tr h="47718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Sim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Sim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Não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Laranja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 err="1"/>
                        <a:t>Média</a:t>
                      </a:r>
                      <a:endParaRPr lang="pt-BR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Mexerica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3309291"/>
                  </a:ext>
                </a:extLst>
              </a:tr>
              <a:tr h="47718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Sim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Não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Sim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Vermelha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 err="1"/>
                        <a:t>Média</a:t>
                      </a:r>
                      <a:endParaRPr lang="pt-BR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Maça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9937384"/>
                  </a:ext>
                </a:extLst>
              </a:tr>
              <a:tr h="477183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Sim</a:t>
                      </a:r>
                      <a:endParaRPr lang="pt-BR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 err="1"/>
                        <a:t>Não</a:t>
                      </a:r>
                      <a:endParaRPr lang="pt-BR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Sim</a:t>
                      </a:r>
                      <a:endParaRPr lang="pt-BR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 err="1"/>
                        <a:t>Vermelha</a:t>
                      </a:r>
                      <a:endParaRPr lang="pt-BR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 err="1"/>
                        <a:t>Pequena</a:t>
                      </a:r>
                      <a:endParaRPr lang="pt-BR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Cereja</a:t>
                      </a:r>
                      <a:endParaRPr lang="pt-BR" b="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774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2349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C8C392-268F-DF51-3C94-1A5DE6FA5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B01514-E5EB-0634-E95B-F070EF566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FB6184C-F357-004C-6D43-64C0D78DC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52" y="914401"/>
            <a:ext cx="6249756" cy="1060704"/>
          </a:xfrm>
        </p:spPr>
        <p:txBody>
          <a:bodyPr anchor="t">
            <a:normAutofit/>
          </a:bodyPr>
          <a:lstStyle/>
          <a:p>
            <a:r>
              <a:rPr lang="en-GB" dirty="0" err="1"/>
              <a:t>Treinamento</a:t>
            </a:r>
            <a:endParaRPr lang="pt-B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2CCA65-DFC5-423D-F82C-CA84AA9E2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 descr="File:Pandas logo.svg - Wikimedia Commons">
            <a:extLst>
              <a:ext uri="{FF2B5EF4-FFF2-40B4-BE49-F238E27FC236}">
                <a16:creationId xmlns:a16="http://schemas.microsoft.com/office/drawing/2014/main" id="{28899A1C-43D8-8024-40A0-97D779A19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672" y="2184517"/>
            <a:ext cx="1995882" cy="807709"/>
          </a:xfrm>
          <a:prstGeom prst="rect">
            <a:avLst/>
          </a:prstGeom>
        </p:spPr>
      </p:pic>
      <p:pic>
        <p:nvPicPr>
          <p:cNvPr id="6" name="Imagem 5" descr="File:Scikit learn logo small.svg - Wikimedia Commons">
            <a:extLst>
              <a:ext uri="{FF2B5EF4-FFF2-40B4-BE49-F238E27FC236}">
                <a16:creationId xmlns:a16="http://schemas.microsoft.com/office/drawing/2014/main" id="{430514E5-E2F2-AA40-B05C-4EB55FCF1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672" y="3147252"/>
            <a:ext cx="1692655" cy="913008"/>
          </a:xfrm>
          <a:prstGeom prst="rect">
            <a:avLst/>
          </a:prstGeom>
        </p:spPr>
      </p:pic>
      <p:pic>
        <p:nvPicPr>
          <p:cNvPr id="8" name="Gráfico 7" descr="Árvore com raízes com preenchimento sólido">
            <a:extLst>
              <a:ext uri="{FF2B5EF4-FFF2-40B4-BE49-F238E27FC236}">
                <a16:creationId xmlns:a16="http://schemas.microsoft.com/office/drawing/2014/main" id="{74559420-F81E-84D3-F65C-CF6514CB4E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82412" y="2396099"/>
            <a:ext cx="1502305" cy="1502305"/>
          </a:xfrm>
          <a:prstGeom prst="rect">
            <a:avLst/>
          </a:prstGeom>
        </p:spPr>
      </p:pic>
      <p:pic>
        <p:nvPicPr>
          <p:cNvPr id="10" name="Imagem 9" descr="Ficheiro:Python logo and wordmark.svg – Wikipédia, a enciclopédia livre">
            <a:extLst>
              <a:ext uri="{FF2B5EF4-FFF2-40B4-BE49-F238E27FC236}">
                <a16:creationId xmlns:a16="http://schemas.microsoft.com/office/drawing/2014/main" id="{46E5619A-E4BE-16E7-6B03-C9BB5E4BE3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680" y="2978300"/>
            <a:ext cx="2528133" cy="747906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ADE49AED-6348-7077-6C34-30EDE7359422}"/>
              </a:ext>
            </a:extLst>
          </p:cNvPr>
          <p:cNvCxnSpPr/>
          <p:nvPr/>
        </p:nvCxnSpPr>
        <p:spPr>
          <a:xfrm>
            <a:off x="3437287" y="3250357"/>
            <a:ext cx="120315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965831FE-473B-7533-292A-B2FCB280DCF2}"/>
              </a:ext>
            </a:extLst>
          </p:cNvPr>
          <p:cNvCxnSpPr/>
          <p:nvPr/>
        </p:nvCxnSpPr>
        <p:spPr>
          <a:xfrm>
            <a:off x="7600213" y="3250357"/>
            <a:ext cx="120315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A39F7B0-A834-8810-7C21-9F3E98CAB8CB}"/>
              </a:ext>
            </a:extLst>
          </p:cNvPr>
          <p:cNvSpPr txBox="1"/>
          <p:nvPr/>
        </p:nvSpPr>
        <p:spPr>
          <a:xfrm>
            <a:off x="1218231" y="4076786"/>
            <a:ext cx="16610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Linguagem</a:t>
            </a:r>
            <a:r>
              <a:rPr lang="en-GB" dirty="0"/>
              <a:t> de </a:t>
            </a:r>
          </a:p>
          <a:p>
            <a:r>
              <a:rPr lang="en-GB" dirty="0" err="1"/>
              <a:t>Programação</a:t>
            </a:r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FEF1FBF-F309-56C4-5AD5-358652444FB4}"/>
              </a:ext>
            </a:extLst>
          </p:cNvPr>
          <p:cNvSpPr txBox="1"/>
          <p:nvPr/>
        </p:nvSpPr>
        <p:spPr>
          <a:xfrm>
            <a:off x="5447424" y="4215286"/>
            <a:ext cx="12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Bibliotecas</a:t>
            </a:r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5AEADEE-D42A-09AC-1CC2-2914FEB7EAB5}"/>
              </a:ext>
            </a:extLst>
          </p:cNvPr>
          <p:cNvSpPr txBox="1"/>
          <p:nvPr/>
        </p:nvSpPr>
        <p:spPr>
          <a:xfrm>
            <a:off x="9284989" y="4198759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Algorítmo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1983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CD2221-518A-7383-7E24-77FA7596E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CE8BFEA-1A15-ACC8-F7BB-98BB01B94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D0B48A-EBF1-BD36-8882-A5AC3F090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52" y="914401"/>
            <a:ext cx="6249756" cy="1060704"/>
          </a:xfrm>
        </p:spPr>
        <p:txBody>
          <a:bodyPr anchor="t">
            <a:normAutofit/>
          </a:bodyPr>
          <a:lstStyle/>
          <a:p>
            <a:r>
              <a:rPr lang="en-GB" dirty="0" err="1"/>
              <a:t>Treinamento</a:t>
            </a:r>
            <a:r>
              <a:rPr lang="en-GB" dirty="0"/>
              <a:t> e </a:t>
            </a:r>
            <a:r>
              <a:rPr lang="en-GB" dirty="0" err="1"/>
              <a:t>Avaliação</a:t>
            </a:r>
            <a:endParaRPr lang="pt-B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383040-5319-A485-7EEB-2F5406334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EE403FC-49A2-2795-EEEE-3BEEEF6F8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36" y="2185426"/>
            <a:ext cx="10890928" cy="3310121"/>
          </a:xfrm>
        </p:spPr>
        <p:txBody>
          <a:bodyPr/>
          <a:lstStyle/>
          <a:p>
            <a:r>
              <a:rPr lang="en-GB" dirty="0" err="1"/>
              <a:t>Depois</a:t>
            </a:r>
            <a:r>
              <a:rPr lang="en-GB" dirty="0"/>
              <a:t> de </a:t>
            </a:r>
            <a:r>
              <a:rPr lang="en-GB" dirty="0" err="1"/>
              <a:t>termos</a:t>
            </a:r>
            <a:r>
              <a:rPr lang="en-GB" dirty="0"/>
              <a:t> </a:t>
            </a:r>
            <a:r>
              <a:rPr lang="en-GB" dirty="0" err="1"/>
              <a:t>nossos</a:t>
            </a:r>
            <a:r>
              <a:rPr lang="en-GB" dirty="0"/>
              <a:t> dados </a:t>
            </a:r>
            <a:r>
              <a:rPr lang="en-GB" dirty="0" err="1"/>
              <a:t>preparados</a:t>
            </a:r>
            <a:r>
              <a:rPr lang="en-GB" dirty="0"/>
              <a:t> e </a:t>
            </a:r>
            <a:r>
              <a:rPr lang="en-GB" dirty="0" err="1"/>
              <a:t>nossas</a:t>
            </a:r>
            <a:r>
              <a:rPr lang="en-GB" dirty="0"/>
              <a:t> </a:t>
            </a:r>
            <a:r>
              <a:rPr lang="en-GB" i="1" dirty="0"/>
              <a:t>features </a:t>
            </a:r>
            <a:r>
              <a:rPr lang="en-GB" dirty="0" err="1"/>
              <a:t>definidas</a:t>
            </a:r>
            <a:r>
              <a:rPr lang="en-GB" dirty="0"/>
              <a:t>, </a:t>
            </a:r>
            <a:r>
              <a:rPr lang="en-GB" dirty="0" err="1"/>
              <a:t>dividimos</a:t>
            </a:r>
            <a:r>
              <a:rPr lang="en-GB" dirty="0"/>
              <a:t> </a:t>
            </a:r>
            <a:r>
              <a:rPr lang="en-GB" dirty="0" err="1"/>
              <a:t>os</a:t>
            </a:r>
            <a:r>
              <a:rPr lang="en-GB" dirty="0"/>
              <a:t> dados </a:t>
            </a:r>
            <a:r>
              <a:rPr lang="en-GB" dirty="0" err="1"/>
              <a:t>em</a:t>
            </a:r>
            <a:r>
              <a:rPr lang="en-GB" dirty="0"/>
              <a:t> conjuntos:</a:t>
            </a:r>
          </a:p>
          <a:p>
            <a:pPr lvl="1"/>
            <a:r>
              <a:rPr lang="en-GB" b="1" dirty="0"/>
              <a:t>Training set</a:t>
            </a:r>
          </a:p>
          <a:p>
            <a:pPr lvl="1"/>
            <a:r>
              <a:rPr lang="en-GB" b="1" dirty="0"/>
              <a:t>Test set</a:t>
            </a:r>
          </a:p>
          <a:p>
            <a:r>
              <a:rPr lang="en-GB" b="1" dirty="0"/>
              <a:t>Para </a:t>
            </a:r>
            <a:r>
              <a:rPr lang="en-GB" b="1" dirty="0" err="1"/>
              <a:t>sabermos</a:t>
            </a:r>
            <a:r>
              <a:rPr lang="en-GB" b="1" dirty="0"/>
              <a:t> se o </a:t>
            </a:r>
            <a:r>
              <a:rPr lang="en-GB" b="1" dirty="0" err="1"/>
              <a:t>modelo</a:t>
            </a:r>
            <a:r>
              <a:rPr lang="en-GB" b="1" dirty="0"/>
              <a:t> se </a:t>
            </a:r>
            <a:r>
              <a:rPr lang="en-GB" b="1" dirty="0" err="1"/>
              <a:t>saiu</a:t>
            </a:r>
            <a:r>
              <a:rPr lang="en-GB" b="1" dirty="0"/>
              <a:t> </a:t>
            </a:r>
            <a:r>
              <a:rPr lang="en-GB" b="1" dirty="0" err="1"/>
              <a:t>bem</a:t>
            </a:r>
            <a:r>
              <a:rPr lang="en-GB" b="1" dirty="0"/>
              <a:t>, </a:t>
            </a:r>
            <a:r>
              <a:rPr lang="en-GB" b="1" dirty="0" err="1"/>
              <a:t>podemos</a:t>
            </a:r>
            <a:r>
              <a:rPr lang="en-GB" b="1" dirty="0"/>
              <a:t> </a:t>
            </a:r>
            <a:r>
              <a:rPr lang="en-GB" b="1" dirty="0" err="1"/>
              <a:t>utilizar</a:t>
            </a:r>
            <a:r>
              <a:rPr lang="en-GB" b="1" dirty="0"/>
              <a:t> </a:t>
            </a:r>
            <a:r>
              <a:rPr lang="en-GB" b="1" dirty="0" err="1"/>
              <a:t>algumas</a:t>
            </a:r>
            <a:r>
              <a:rPr lang="en-GB" b="1" dirty="0"/>
              <a:t> </a:t>
            </a:r>
            <a:r>
              <a:rPr lang="en-GB" b="1" dirty="0" err="1"/>
              <a:t>métricas</a:t>
            </a:r>
            <a:r>
              <a:rPr lang="en-GB" b="1" dirty="0"/>
              <a:t>:</a:t>
            </a:r>
          </a:p>
          <a:p>
            <a:pPr lvl="1"/>
            <a:r>
              <a:rPr lang="en-GB" b="1" dirty="0" err="1"/>
              <a:t>Acurácia</a:t>
            </a:r>
            <a:endParaRPr lang="en-GB" b="1" dirty="0"/>
          </a:p>
          <a:p>
            <a:pPr lvl="1"/>
            <a:r>
              <a:rPr lang="en-GB" b="1" dirty="0" err="1"/>
              <a:t>Precisão</a:t>
            </a:r>
            <a:endParaRPr lang="pt-BR" b="1" dirty="0"/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689504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B3EDE8-564B-F536-819A-F79EBBF3B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0E81D2C-CD2B-6CA8-8D15-C00D26D5F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398393"/>
            <a:ext cx="3291840" cy="16739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 err="1"/>
              <a:t>Árvore</a:t>
            </a:r>
            <a:r>
              <a:rPr lang="en-US" sz="4400" dirty="0"/>
              <a:t> de </a:t>
            </a:r>
            <a:r>
              <a:rPr lang="en-US" sz="4400" dirty="0" err="1"/>
              <a:t>Decisão</a:t>
            </a:r>
            <a:endParaRPr lang="en-US" sz="44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Espaço Reservado para Conteúdo 2">
            <a:extLst>
              <a:ext uri="{FF2B5EF4-FFF2-40B4-BE49-F238E27FC236}">
                <a16:creationId xmlns:a16="http://schemas.microsoft.com/office/drawing/2014/main" id="{1DDAB0F5-6EE4-C059-25AB-8357170FFB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1920" y="524841"/>
            <a:ext cx="7997436" cy="603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65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EF1F3A-29DF-A56A-C72B-869D87714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C79DFF-501F-A7DA-54B2-FEC2AC341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19249A-1CDC-9EEE-FA98-5AF1A3024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52" y="914401"/>
            <a:ext cx="6249756" cy="1060704"/>
          </a:xfrm>
        </p:spPr>
        <p:txBody>
          <a:bodyPr anchor="t">
            <a:normAutofit/>
          </a:bodyPr>
          <a:lstStyle/>
          <a:p>
            <a:r>
              <a:rPr lang="en-GB" dirty="0"/>
              <a:t>Deploy e </a:t>
            </a:r>
            <a:r>
              <a:rPr lang="en-GB" dirty="0" err="1"/>
              <a:t>Monitoramento</a:t>
            </a:r>
            <a:endParaRPr lang="pt-B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4A68DB4-5D4D-8352-941F-1FF5BB7CE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6A3763D-4337-9E0D-7B0A-3BE38B0AF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36" y="2185426"/>
            <a:ext cx="10890928" cy="3310121"/>
          </a:xfrm>
        </p:spPr>
        <p:txBody>
          <a:bodyPr/>
          <a:lstStyle/>
          <a:p>
            <a:r>
              <a:rPr lang="en-GB" b="1" dirty="0"/>
              <a:t>No deploy, </a:t>
            </a:r>
            <a:r>
              <a:rPr lang="en-GB" b="1" dirty="0" err="1"/>
              <a:t>disponibilizamos</a:t>
            </a:r>
            <a:r>
              <a:rPr lang="en-GB" b="1" dirty="0"/>
              <a:t> o </a:t>
            </a:r>
            <a:r>
              <a:rPr lang="en-GB" b="1" dirty="0" err="1"/>
              <a:t>modelo</a:t>
            </a:r>
            <a:r>
              <a:rPr lang="en-GB" b="1" dirty="0"/>
              <a:t> </a:t>
            </a:r>
            <a:r>
              <a:rPr lang="en-GB" b="1" dirty="0" err="1"/>
              <a:t>em</a:t>
            </a:r>
            <a:r>
              <a:rPr lang="en-GB" b="1" dirty="0"/>
              <a:t> um </a:t>
            </a:r>
            <a:r>
              <a:rPr lang="en-GB" b="1" dirty="0" err="1"/>
              <a:t>ambiente</a:t>
            </a:r>
            <a:r>
              <a:rPr lang="en-GB" b="1" dirty="0"/>
              <a:t> de </a:t>
            </a:r>
            <a:r>
              <a:rPr lang="en-GB" b="1" dirty="0" err="1"/>
              <a:t>produção</a:t>
            </a:r>
            <a:r>
              <a:rPr lang="en-GB" b="1" dirty="0"/>
              <a:t> para </a:t>
            </a:r>
            <a:r>
              <a:rPr lang="en-GB" b="1" dirty="0" err="1"/>
              <a:t>que</a:t>
            </a:r>
            <a:r>
              <a:rPr lang="en-GB" b="1" dirty="0"/>
              <a:t> </a:t>
            </a:r>
            <a:r>
              <a:rPr lang="en-GB" b="1" dirty="0" err="1"/>
              <a:t>outras</a:t>
            </a:r>
            <a:r>
              <a:rPr lang="en-GB" b="1" dirty="0"/>
              <a:t> </a:t>
            </a:r>
            <a:r>
              <a:rPr lang="en-GB" b="1" dirty="0" err="1"/>
              <a:t>aplicações</a:t>
            </a:r>
            <a:r>
              <a:rPr lang="en-GB" b="1" dirty="0"/>
              <a:t> </a:t>
            </a:r>
            <a:r>
              <a:rPr lang="en-GB" b="1" dirty="0" err="1"/>
              <a:t>possam</a:t>
            </a:r>
            <a:r>
              <a:rPr lang="en-GB" b="1" dirty="0"/>
              <a:t> </a:t>
            </a:r>
            <a:r>
              <a:rPr lang="en-GB" b="1" dirty="0" err="1"/>
              <a:t>enviar</a:t>
            </a:r>
            <a:r>
              <a:rPr lang="en-GB" b="1" dirty="0"/>
              <a:t> </a:t>
            </a:r>
            <a:r>
              <a:rPr lang="en-GB" b="1" dirty="0" err="1"/>
              <a:t>novos</a:t>
            </a:r>
            <a:r>
              <a:rPr lang="en-GB" b="1" dirty="0"/>
              <a:t> dados e </a:t>
            </a:r>
            <a:r>
              <a:rPr lang="en-GB" b="1" dirty="0" err="1"/>
              <a:t>receber</a:t>
            </a:r>
            <a:r>
              <a:rPr lang="en-GB" b="1" dirty="0"/>
              <a:t> </a:t>
            </a:r>
            <a:r>
              <a:rPr lang="en-GB" b="1" dirty="0" err="1"/>
              <a:t>previsões</a:t>
            </a:r>
            <a:r>
              <a:rPr lang="en-GB" b="1" dirty="0"/>
              <a:t> (Cloud, Docker, etc);</a:t>
            </a:r>
          </a:p>
          <a:p>
            <a:r>
              <a:rPr lang="en-GB" b="1" dirty="0" err="1"/>
              <a:t>Além</a:t>
            </a:r>
            <a:r>
              <a:rPr lang="en-GB" b="1" dirty="0"/>
              <a:t> </a:t>
            </a:r>
            <a:r>
              <a:rPr lang="en-GB" b="1" dirty="0" err="1"/>
              <a:t>disso</a:t>
            </a:r>
            <a:r>
              <a:rPr lang="en-GB" b="1" dirty="0"/>
              <a:t>, </a:t>
            </a:r>
            <a:r>
              <a:rPr lang="en-GB" b="1" dirty="0" err="1"/>
              <a:t>precisamos</a:t>
            </a:r>
            <a:r>
              <a:rPr lang="en-GB" b="1" dirty="0"/>
              <a:t> </a:t>
            </a:r>
            <a:r>
              <a:rPr lang="en-GB" b="1" dirty="0" err="1"/>
              <a:t>monitorar</a:t>
            </a:r>
            <a:r>
              <a:rPr lang="en-GB" b="1" dirty="0"/>
              <a:t> o </a:t>
            </a:r>
            <a:r>
              <a:rPr lang="en-GB" b="1" dirty="0" err="1"/>
              <a:t>modelo</a:t>
            </a:r>
            <a:r>
              <a:rPr lang="en-GB" b="1" dirty="0"/>
              <a:t> </a:t>
            </a:r>
            <a:r>
              <a:rPr lang="en-GB" b="1" dirty="0" err="1"/>
              <a:t>por</a:t>
            </a:r>
            <a:r>
              <a:rPr lang="en-GB" b="1" dirty="0"/>
              <a:t> </a:t>
            </a:r>
            <a:r>
              <a:rPr lang="en-GB" b="1" dirty="0" err="1"/>
              <a:t>meio</a:t>
            </a:r>
            <a:r>
              <a:rPr lang="en-GB" b="1" dirty="0"/>
              <a:t> das </a:t>
            </a:r>
            <a:r>
              <a:rPr lang="en-GB" b="1" dirty="0" err="1"/>
              <a:t>métricas</a:t>
            </a:r>
            <a:r>
              <a:rPr lang="en-GB" b="1" dirty="0"/>
              <a:t> para </a:t>
            </a:r>
            <a:r>
              <a:rPr lang="en-GB" b="1" dirty="0" err="1"/>
              <a:t>garantir</a:t>
            </a:r>
            <a:r>
              <a:rPr lang="en-GB" b="1" dirty="0"/>
              <a:t> a </a:t>
            </a:r>
            <a:r>
              <a:rPr lang="en-GB" b="1" dirty="0" err="1"/>
              <a:t>qualidade</a:t>
            </a:r>
            <a:r>
              <a:rPr lang="en-GB" b="1" dirty="0"/>
              <a:t> dos dados e </a:t>
            </a:r>
            <a:r>
              <a:rPr lang="en-GB" b="1" dirty="0" err="1"/>
              <a:t>reagir</a:t>
            </a:r>
            <a:r>
              <a:rPr lang="en-GB" b="1" dirty="0"/>
              <a:t> a </a:t>
            </a:r>
            <a:r>
              <a:rPr lang="en-GB" b="1" dirty="0" err="1"/>
              <a:t>possíveis</a:t>
            </a:r>
            <a:r>
              <a:rPr lang="en-GB" b="1" dirty="0"/>
              <a:t> </a:t>
            </a:r>
            <a:r>
              <a:rPr lang="en-GB" b="1" dirty="0" err="1"/>
              <a:t>mudanças</a:t>
            </a:r>
            <a:r>
              <a:rPr lang="en-GB" b="1" dirty="0"/>
              <a:t> </a:t>
            </a:r>
            <a:r>
              <a:rPr lang="en-GB" b="1" dirty="0" err="1"/>
              <a:t>nos</a:t>
            </a:r>
            <a:r>
              <a:rPr lang="en-GB" b="1" dirty="0"/>
              <a:t> </a:t>
            </a:r>
            <a:r>
              <a:rPr lang="en-GB" b="1" dirty="0" err="1"/>
              <a:t>padrões</a:t>
            </a:r>
            <a:r>
              <a:rPr lang="en-GB" b="1" dirty="0"/>
              <a:t>;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5473859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D3651D-066E-7CBB-9D7F-2E3D21ADF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F35A5F5-62BD-15EA-DE76-2FC15D5FE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32B6AE6-CAE8-DC7C-6DB5-4773AF8B0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52" y="914400"/>
            <a:ext cx="5023697" cy="4157931"/>
          </a:xfrm>
        </p:spPr>
        <p:txBody>
          <a:bodyPr anchor="t">
            <a:normAutofit/>
          </a:bodyPr>
          <a:lstStyle/>
          <a:p>
            <a:r>
              <a:rPr lang="en-GB" dirty="0"/>
              <a:t>Modelo </a:t>
            </a:r>
            <a:r>
              <a:rPr lang="en-GB" dirty="0" err="1"/>
              <a:t>Preditivo</a:t>
            </a:r>
            <a:endParaRPr lang="pt-B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187F5B-29E0-0AA9-BB32-23F40D959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D39BBACB-066D-60AD-EF20-0F6DA1F36F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0829805"/>
              </p:ext>
            </p:extLst>
          </p:nvPr>
        </p:nvGraphicFramePr>
        <p:xfrm>
          <a:off x="992040" y="1809751"/>
          <a:ext cx="10207920" cy="3877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3999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6FD45D-44E1-6686-F0C4-8DF2EC4B4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59A644-9C6B-1DE9-EDA0-066BFD49D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554F06-F3FF-0018-BE92-02A14EF4A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52" y="914401"/>
            <a:ext cx="6249756" cy="1060704"/>
          </a:xfrm>
        </p:spPr>
        <p:txBody>
          <a:bodyPr anchor="t">
            <a:normAutofit/>
          </a:bodyPr>
          <a:lstStyle/>
          <a:p>
            <a:r>
              <a:rPr lang="en-GB" dirty="0"/>
              <a:t>Material de </a:t>
            </a:r>
            <a:r>
              <a:rPr lang="en-GB" dirty="0" err="1"/>
              <a:t>Apoio</a:t>
            </a:r>
            <a:endParaRPr lang="pt-B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FDC66F-8E00-C10C-B492-B867F56AF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C013AFC-18EB-DE25-CC3F-D2712F4A2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36" y="2185426"/>
            <a:ext cx="10890928" cy="3310121"/>
          </a:xfrm>
        </p:spPr>
        <p:txBody>
          <a:bodyPr/>
          <a:lstStyle/>
          <a:p>
            <a:r>
              <a:rPr lang="en-GB" b="1" dirty="0"/>
              <a:t>github.com/viniciusmartins1/class-predict-model</a:t>
            </a:r>
          </a:p>
        </p:txBody>
      </p:sp>
    </p:spTree>
    <p:extLst>
      <p:ext uri="{BB962C8B-B14F-4D97-AF65-F5344CB8AC3E}">
        <p14:creationId xmlns:p14="http://schemas.microsoft.com/office/powerpoint/2010/main" val="1802894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ashVTI">
  <a:themeElements>
    <a:clrScheme name="AnalogousFromLightSeedRightStep">
      <a:dk1>
        <a:srgbClr val="000000"/>
      </a:dk1>
      <a:lt1>
        <a:srgbClr val="FFFFFF"/>
      </a:lt1>
      <a:dk2>
        <a:srgbClr val="382441"/>
      </a:dk2>
      <a:lt2>
        <a:srgbClr val="E8E7E2"/>
      </a:lt2>
      <a:accent1>
        <a:srgbClr val="6E81EE"/>
      </a:accent1>
      <a:accent2>
        <a:srgbClr val="784EEB"/>
      </a:accent2>
      <a:accent3>
        <a:srgbClr val="C66EEE"/>
      </a:accent3>
      <a:accent4>
        <a:srgbClr val="EB4EDA"/>
      </a:accent4>
      <a:accent5>
        <a:srgbClr val="EE6EAB"/>
      </a:accent5>
      <a:accent6>
        <a:srgbClr val="EB4E58"/>
      </a:accent6>
      <a:hlink>
        <a:srgbClr val="8B8354"/>
      </a:hlink>
      <a:folHlink>
        <a:srgbClr val="7F7F7F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1504</TotalTime>
  <Words>352</Words>
  <Application>Microsoft Office PowerPoint</Application>
  <PresentationFormat>Widescreen</PresentationFormat>
  <Paragraphs>136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9" baseType="lpstr">
      <vt:lpstr>Arial</vt:lpstr>
      <vt:lpstr>Grandview Display</vt:lpstr>
      <vt:lpstr>DashVTI</vt:lpstr>
      <vt:lpstr>MACHINE LEARNING</vt:lpstr>
      <vt:lpstr>Qual é a fruta?</vt:lpstr>
      <vt:lpstr>Machine Learning</vt:lpstr>
      <vt:lpstr>Modelo preditivo</vt:lpstr>
      <vt:lpstr>Modelo Preditivo</vt:lpstr>
      <vt:lpstr>Coleta e Limpeza de Dados</vt:lpstr>
      <vt:lpstr>Coleta e Limpeza de Dados</vt:lpstr>
      <vt:lpstr>Featuring Engineering</vt:lpstr>
      <vt:lpstr>Featuring Engineering</vt:lpstr>
      <vt:lpstr>Featuring Engineering</vt:lpstr>
      <vt:lpstr>Treinamento</vt:lpstr>
      <vt:lpstr>Treinamento e Avaliação</vt:lpstr>
      <vt:lpstr>Árvore de Decisão</vt:lpstr>
      <vt:lpstr>Deploy e Monitoramento</vt:lpstr>
      <vt:lpstr>Modelo Preditivo</vt:lpstr>
      <vt:lpstr>Material de Apoio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Vinicius Goncalves Martins</dc:creator>
  <cp:lastModifiedBy>Vinicius Goncalves Martins</cp:lastModifiedBy>
  <cp:revision>16</cp:revision>
  <dcterms:created xsi:type="dcterms:W3CDTF">2025-02-10T14:22:53Z</dcterms:created>
  <dcterms:modified xsi:type="dcterms:W3CDTF">2026-09-30T15:47:44Z</dcterms:modified>
</cp:coreProperties>
</file>